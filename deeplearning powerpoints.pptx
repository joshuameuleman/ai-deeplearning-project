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258" r:id="rId7"/>
    <p:sldId id="266" r:id="rId8"/>
    <p:sldId id="259" r:id="rId9"/>
    <p:sldId id="267" r:id="rId10"/>
    <p:sldId id="260" r:id="rId11"/>
    <p:sldId id="268" r:id="rId12"/>
    <p:sldId id="269" r:id="rId13"/>
    <p:sldId id="261" r:id="rId14"/>
    <p:sldId id="270" r:id="rId15"/>
    <p:sldId id="262" r:id="rId16"/>
    <p:sldId id="271" r:id="rId17"/>
    <p:sldId id="263" r:id="rId18"/>
    <p:sldId id="272" r:id="rId19"/>
    <p:sldId id="273" r:id="rId20"/>
    <p:sldId id="264" r:id="rId21"/>
    <p:sldId id="274" r:id="rId22"/>
    <p:sldId id="265" r:id="rId23"/>
    <p:sldId id="277" r:id="rId24"/>
    <p:sldId id="275" r:id="rId25"/>
    <p:sldId id="278" r:id="rId26"/>
    <p:sldId id="276" r:id="rId27"/>
    <p:sldId id="279" r:id="rId2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5012" autoAdjust="0"/>
  </p:normalViewPr>
  <p:slideViewPr>
    <p:cSldViewPr snapToGrid="0">
      <p:cViewPr varScale="1">
        <p:scale>
          <a:sx n="72" d="100"/>
          <a:sy n="72" d="100"/>
        </p:scale>
        <p:origin x="2070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436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5946766D-266E-F316-9481-A254D654C6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CEFA4A0-82F4-A761-1929-4D15A514F1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CC1E4-DDE6-274A-8F51-CC167237D01C}" type="datetimeFigureOut">
              <a:rPr lang="nl-BE" smtClean="0"/>
              <a:t>11/06/2026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0708BA7-A0A1-E40D-4EBE-A66D3D55ED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B588938-7C9C-EA66-4369-0B36B06990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71050-A983-0548-B827-E58D1633F86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2595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1EF7C-AD01-9449-82CD-310371859EE5}" type="datetimeFigureOut">
              <a:rPr lang="nl-BE" smtClean="0"/>
              <a:t>11/06/2026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2FE25-9F95-8E44-8E36-519AD3770D7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7760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“DQN werkt zo: de agent kijkt naar de huidige state, </a:t>
            </a: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 netwerk voorspelt voor elke mogelijke actie een Q-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daarna kiest de agent een actie en krijgt hij een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Door epsilon-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greedy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probeert hij soms nieuwe dingen uit, en met replay memory leert hij ook uit oudere ervaringen.”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2FE25-9F95-8E44-8E36-519AD3770D7F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1884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 doel was voor eigenlijk deze 3 spellen  met elk een  agent  maar met 1 DQN-pipeline</a:t>
            </a:r>
            <a:br>
              <a:rPr lang="nl-NL" dirty="0"/>
            </a:br>
            <a:br>
              <a:rPr lang="nl-NL" dirty="0"/>
            </a:br>
            <a:r>
              <a:rPr lang="nl-NL" dirty="0"/>
              <a:t>maar dit is jammer genoeg niet gelukt</a:t>
            </a:r>
            <a:br>
              <a:rPr lang="nl-NL" dirty="0"/>
            </a:br>
            <a:br>
              <a:rPr lang="nl-NL" dirty="0"/>
            </a:br>
            <a:r>
              <a:rPr lang="nl-NL" dirty="0"/>
              <a:t>ik was eerst begonnen met </a:t>
            </a:r>
            <a:r>
              <a:rPr lang="nl-NL" dirty="0" err="1"/>
              <a:t>snake</a:t>
            </a:r>
            <a:r>
              <a:rPr lang="nl-NL" dirty="0"/>
              <a:t> en tijdens de training dacht ik van wacht ik kan al beginnen met </a:t>
            </a:r>
            <a:r>
              <a:rPr lang="nl-NL" dirty="0" err="1"/>
              <a:t>flappy</a:t>
            </a:r>
            <a:r>
              <a:rPr lang="nl-NL" dirty="0"/>
              <a:t> </a:t>
            </a:r>
            <a:r>
              <a:rPr lang="nl-NL" dirty="0" err="1"/>
              <a:t>bird</a:t>
            </a:r>
            <a:br>
              <a:rPr lang="nl-NL" dirty="0"/>
            </a:br>
            <a:br>
              <a:rPr lang="nl-NL" dirty="0"/>
            </a:br>
            <a:r>
              <a:rPr lang="nl-NL" dirty="0"/>
              <a:t>maar wegens ik niet blij was met de resultaten heb ik al mijn focus gelegd op </a:t>
            </a:r>
            <a:r>
              <a:rPr lang="nl-NL" dirty="0" err="1"/>
              <a:t>Snake</a:t>
            </a:r>
            <a:r>
              <a:rPr lang="nl-NL" dirty="0"/>
              <a:t> </a:t>
            </a:r>
            <a:br>
              <a:rPr lang="nl-NL" dirty="0"/>
            </a:br>
            <a:br>
              <a:rPr lang="nl-NL" dirty="0"/>
            </a:br>
            <a:r>
              <a:rPr lang="nl-NL" dirty="0"/>
              <a:t>maar ik heb dit zeer mispakt van moeilijkheid 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2FE25-9F95-8E44-8E36-519AD3770D7F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55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“Tijdens training speelt de agent herhaaldelijk het spel. </a:t>
            </a: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elke actie kijkt het systeem naar de nieuwe toestand en de </a:t>
            </a:r>
            <a:r>
              <a:rPr lang="nl-B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</a:t>
            </a:r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 leert de agent welke acties goed zijn en welke slecht. </a:t>
            </a:r>
          </a:p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het begin maakt hij veel fouten, maar door veel episodes te trainen wordt het beleid steeds beter.”</a:t>
            </a:r>
          </a:p>
          <a:p>
            <a:endParaRPr lang="nl-B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2FE25-9F95-8E44-8E36-519AD3770D7F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084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2FE25-9F95-8E44-8E36-519AD3770D7F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11682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2FE25-9F95-8E44-8E36-519AD3770D7F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3520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2FE25-9F95-8E44-8E36-519AD3770D7F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76730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Ik heb veel geleerd uit dit project maar ik heb serieus men hoofd moeten kraken hierover…</a:t>
            </a:r>
            <a:br>
              <a:rPr lang="nl-NL" dirty="0"/>
            </a:br>
            <a:br>
              <a:rPr lang="nl-NL" dirty="0"/>
            </a:br>
            <a:endParaRPr lang="nl-NL" dirty="0"/>
          </a:p>
          <a:p>
            <a:r>
              <a:rPr lang="nl-NL" dirty="0"/>
              <a:t>Veel tijd verloren door een training te beginnen van 10000 episodes bijna 1 uur  aan tijd opmerken dat de model slechter is dan ervoren niet wegens minder episodes maar door dat </a:t>
            </a:r>
            <a:r>
              <a:rPr lang="nl-NL" dirty="0" err="1"/>
              <a:t>rewards</a:t>
            </a:r>
            <a:r>
              <a:rPr lang="nl-NL" dirty="0"/>
              <a:t> veranderd zijn of hyper parameters dat ik veranderd heb</a:t>
            </a:r>
            <a:r>
              <a:rPr lang="nl-BE" dirty="0"/>
              <a:t> dat juist alles slechter maakte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Ik denk met meer kennis en met meer tijd er </a:t>
            </a:r>
            <a:r>
              <a:rPr lang="nl-NL"/>
              <a:t>wel zou kunnen raken.</a:t>
            </a:r>
            <a:endParaRPr lang="nl-NL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2FE25-9F95-8E44-8E36-519AD3770D7F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76578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sfee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BD723710-5848-3804-3470-2B4CAC14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814" b="2597"/>
          <a:stretch/>
        </p:blipFill>
        <p:spPr>
          <a:xfrm rot="10800000">
            <a:off x="-66428" y="4838"/>
            <a:ext cx="10008000" cy="5544000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686C96DC-6B16-BF82-A60F-A14BF0F653F0}"/>
              </a:ext>
            </a:extLst>
          </p:cNvPr>
          <p:cNvSpPr/>
          <p:nvPr userDrawn="1"/>
        </p:nvSpPr>
        <p:spPr>
          <a:xfrm>
            <a:off x="4157044" y="0"/>
            <a:ext cx="8034955" cy="68580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9C6E1E8-4D8A-A379-D340-1A00A2361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954" y="5233920"/>
            <a:ext cx="7274297" cy="400110"/>
          </a:xfrm>
        </p:spPr>
        <p:txBody>
          <a:bodyPr/>
          <a:lstStyle>
            <a:lvl1pPr>
              <a:defRPr b="0" i="0" cap="all" baseline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BE" dirty="0"/>
              <a:t>Cursus naam</a:t>
            </a:r>
          </a:p>
        </p:txBody>
      </p:sp>
      <p:grpSp>
        <p:nvGrpSpPr>
          <p:cNvPr id="5" name="Graphic 2">
            <a:extLst>
              <a:ext uri="{FF2B5EF4-FFF2-40B4-BE49-F238E27FC236}">
                <a16:creationId xmlns:a16="http://schemas.microsoft.com/office/drawing/2014/main" id="{23605EE0-91F2-E244-072B-8CD09ABDA9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4386" y="5616042"/>
            <a:ext cx="1659109" cy="593663"/>
            <a:chOff x="-1597345" y="233060"/>
            <a:chExt cx="9980364" cy="3571175"/>
          </a:xfrm>
        </p:grpSpPr>
        <p:sp>
          <p:nvSpPr>
            <p:cNvPr id="6" name="Vrije vorm 5">
              <a:extLst>
                <a:ext uri="{FF2B5EF4-FFF2-40B4-BE49-F238E27FC236}">
                  <a16:creationId xmlns:a16="http://schemas.microsoft.com/office/drawing/2014/main" id="{B350CD8C-86FE-077E-9BF2-4E79D98EA982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 6">
              <a:extLst>
                <a:ext uri="{FF2B5EF4-FFF2-40B4-BE49-F238E27FC236}">
                  <a16:creationId xmlns:a16="http://schemas.microsoft.com/office/drawing/2014/main" id="{933893B3-34CB-D5DF-8153-BABE5B6DEFFA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 7">
              <a:extLst>
                <a:ext uri="{FF2B5EF4-FFF2-40B4-BE49-F238E27FC236}">
                  <a16:creationId xmlns:a16="http://schemas.microsoft.com/office/drawing/2014/main" id="{409F1986-8A6C-5CDA-F7D6-84A45D9A5609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5A0BF70C-887D-F707-140F-C0E226112F2A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0" name="Vrije vorm 9">
                <a:extLst>
                  <a:ext uri="{FF2B5EF4-FFF2-40B4-BE49-F238E27FC236}">
                    <a16:creationId xmlns:a16="http://schemas.microsoft.com/office/drawing/2014/main" id="{EE5C3A3C-39A1-0852-B85A-3F3079EF6C6A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" name="Vrije vorm 10">
                <a:extLst>
                  <a:ext uri="{FF2B5EF4-FFF2-40B4-BE49-F238E27FC236}">
                    <a16:creationId xmlns:a16="http://schemas.microsoft.com/office/drawing/2014/main" id="{43571A6D-F003-1CD0-0E6E-774929F59AD1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2" name="Vrije vorm 11">
                <a:extLst>
                  <a:ext uri="{FF2B5EF4-FFF2-40B4-BE49-F238E27FC236}">
                    <a16:creationId xmlns:a16="http://schemas.microsoft.com/office/drawing/2014/main" id="{BDA01CA1-2E5C-18C7-35EA-5682411743D3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3" name="Vrije vorm 12">
                <a:extLst>
                  <a:ext uri="{FF2B5EF4-FFF2-40B4-BE49-F238E27FC236}">
                    <a16:creationId xmlns:a16="http://schemas.microsoft.com/office/drawing/2014/main" id="{3827454A-37D6-E21C-17FC-D301D16FB206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" name="Vrije vorm 13">
                <a:extLst>
                  <a:ext uri="{FF2B5EF4-FFF2-40B4-BE49-F238E27FC236}">
                    <a16:creationId xmlns:a16="http://schemas.microsoft.com/office/drawing/2014/main" id="{138249C1-55A0-9CFF-4EC3-DA2DD45AA7E7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5" name="Vrije vorm 14">
                <a:extLst>
                  <a:ext uri="{FF2B5EF4-FFF2-40B4-BE49-F238E27FC236}">
                    <a16:creationId xmlns:a16="http://schemas.microsoft.com/office/drawing/2014/main" id="{3A8D3B56-2656-04B0-CC8D-5010E6ECE3D2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6" name="Vrije vorm 15">
                <a:extLst>
                  <a:ext uri="{FF2B5EF4-FFF2-40B4-BE49-F238E27FC236}">
                    <a16:creationId xmlns:a16="http://schemas.microsoft.com/office/drawing/2014/main" id="{28AA0E26-2E3D-4E9C-936F-B15DF1E7EAF5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7" name="Vrije vorm 16">
                <a:extLst>
                  <a:ext uri="{FF2B5EF4-FFF2-40B4-BE49-F238E27FC236}">
                    <a16:creationId xmlns:a16="http://schemas.microsoft.com/office/drawing/2014/main" id="{857EEBB2-C5B6-D556-396A-3576F15E0EEE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8" name="Vrije vorm 17">
                <a:extLst>
                  <a:ext uri="{FF2B5EF4-FFF2-40B4-BE49-F238E27FC236}">
                    <a16:creationId xmlns:a16="http://schemas.microsoft.com/office/drawing/2014/main" id="{89B619A7-2663-74A1-087C-59E31305DCE6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9" name="Vrije vorm 18">
                <a:extLst>
                  <a:ext uri="{FF2B5EF4-FFF2-40B4-BE49-F238E27FC236}">
                    <a16:creationId xmlns:a16="http://schemas.microsoft.com/office/drawing/2014/main" id="{92971ECC-E9D8-C944-A408-D7CF5AE7E2E7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19">
                <a:extLst>
                  <a:ext uri="{FF2B5EF4-FFF2-40B4-BE49-F238E27FC236}">
                    <a16:creationId xmlns:a16="http://schemas.microsoft.com/office/drawing/2014/main" id="{658FA122-375D-D527-CDBF-1CAF42812A24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20">
                <a:extLst>
                  <a:ext uri="{FF2B5EF4-FFF2-40B4-BE49-F238E27FC236}">
                    <a16:creationId xmlns:a16="http://schemas.microsoft.com/office/drawing/2014/main" id="{992BAFDC-4BF9-E84C-A995-4F68F4FC0D4D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21">
                <a:extLst>
                  <a:ext uri="{FF2B5EF4-FFF2-40B4-BE49-F238E27FC236}">
                    <a16:creationId xmlns:a16="http://schemas.microsoft.com/office/drawing/2014/main" id="{019C7F57-C287-E89B-29B0-4BFC6C317AB0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25" name="Titel 1">
            <a:extLst>
              <a:ext uri="{FF2B5EF4-FFF2-40B4-BE49-F238E27FC236}">
                <a16:creationId xmlns:a16="http://schemas.microsoft.com/office/drawing/2014/main" id="{70E98D42-48A3-755C-7C7B-FA4B4185759D}"/>
              </a:ext>
            </a:extLst>
          </p:cNvPr>
          <p:cNvSpPr txBox="1">
            <a:spLocks/>
          </p:cNvSpPr>
          <p:nvPr userDrawn="1"/>
        </p:nvSpPr>
        <p:spPr>
          <a:xfrm>
            <a:off x="4490954" y="5865931"/>
            <a:ext cx="7561346" cy="400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 cap="all" baseline="0">
                <a:solidFill>
                  <a:schemeClr val="bg1"/>
                </a:solidFill>
                <a:latin typeface="Poppins ExtraBold" pitchFamily="2" charset="77"/>
                <a:ea typeface="+mj-ea"/>
                <a:cs typeface="Poppins ExtraBold" pitchFamily="2" charset="77"/>
              </a:defRPr>
            </a:lvl1pPr>
          </a:lstStyle>
          <a:p>
            <a:endParaRPr lang="nl-BE" dirty="0"/>
          </a:p>
        </p:txBody>
      </p:sp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2E04E7E0-EDB3-0965-4FB9-916FBFF1C1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1038" y="5865813"/>
            <a:ext cx="7274216" cy="40005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Naam docent(en)</a:t>
            </a:r>
          </a:p>
        </p:txBody>
      </p:sp>
      <p:sp>
        <p:nvSpPr>
          <p:cNvPr id="23" name="Tijdelijke aanduiding voor datum 2">
            <a:extLst>
              <a:ext uri="{FF2B5EF4-FFF2-40B4-BE49-F238E27FC236}">
                <a16:creationId xmlns:a16="http://schemas.microsoft.com/office/drawing/2014/main" id="{B67905BA-EE47-806C-2EA7-5E23975FDDD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430439" y="6426263"/>
            <a:ext cx="2334812" cy="31605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nl-BE" dirty="0"/>
              <a:t>17/10/2024</a:t>
            </a:r>
          </a:p>
        </p:txBody>
      </p:sp>
      <p:sp>
        <p:nvSpPr>
          <p:cNvPr id="24" name="Tijdelijke aanduiding voor afbeelding 3">
            <a:extLst>
              <a:ext uri="{FF2B5EF4-FFF2-40B4-BE49-F238E27FC236}">
                <a16:creationId xmlns:a16="http://schemas.microsoft.com/office/drawing/2014/main" id="{55A6234A-0DEB-326D-86A7-66ED9BF286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55863" y="781050"/>
            <a:ext cx="9596437" cy="4181475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3588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rode smile - 1 tekstv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6" name="Tijdelijke aanduiding voor tekst 19">
            <a:extLst>
              <a:ext uri="{FF2B5EF4-FFF2-40B4-BE49-F238E27FC236}">
                <a16:creationId xmlns:a16="http://schemas.microsoft.com/office/drawing/2014/main" id="{FD64260C-295E-748F-D950-F8AB830E300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1" y="461384"/>
            <a:ext cx="11245572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8" name="Tijdelijke aanduiding voor inhoud 4">
            <a:extLst>
              <a:ext uri="{FF2B5EF4-FFF2-40B4-BE49-F238E27FC236}">
                <a16:creationId xmlns:a16="http://schemas.microsoft.com/office/drawing/2014/main" id="{B151A33D-3874-C5BC-335D-D9D02CE6D58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913212" y="1183341"/>
            <a:ext cx="9332359" cy="4697326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76178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enkel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BD723710-5848-3804-3470-2B4CAC14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814"/>
          <a:stretch/>
        </p:blipFill>
        <p:spPr>
          <a:xfrm rot="10800000">
            <a:off x="-66428" y="-142948"/>
            <a:ext cx="10008000" cy="5691786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686C96DC-6B16-BF82-A60F-A14BF0F653F0}"/>
              </a:ext>
            </a:extLst>
          </p:cNvPr>
          <p:cNvSpPr/>
          <p:nvPr userDrawn="1"/>
        </p:nvSpPr>
        <p:spPr>
          <a:xfrm>
            <a:off x="4157044" y="0"/>
            <a:ext cx="8034955" cy="68580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grpSp>
        <p:nvGrpSpPr>
          <p:cNvPr id="5" name="Graphic 2">
            <a:extLst>
              <a:ext uri="{FF2B5EF4-FFF2-40B4-BE49-F238E27FC236}">
                <a16:creationId xmlns:a16="http://schemas.microsoft.com/office/drawing/2014/main" id="{23605EE0-91F2-E244-072B-8CD09ABDA9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4386" y="5616042"/>
            <a:ext cx="1659109" cy="593663"/>
            <a:chOff x="-1597345" y="233060"/>
            <a:chExt cx="9980364" cy="3571175"/>
          </a:xfrm>
        </p:grpSpPr>
        <p:sp>
          <p:nvSpPr>
            <p:cNvPr id="6" name="Vrije vorm 5">
              <a:extLst>
                <a:ext uri="{FF2B5EF4-FFF2-40B4-BE49-F238E27FC236}">
                  <a16:creationId xmlns:a16="http://schemas.microsoft.com/office/drawing/2014/main" id="{B350CD8C-86FE-077E-9BF2-4E79D98EA982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 6">
              <a:extLst>
                <a:ext uri="{FF2B5EF4-FFF2-40B4-BE49-F238E27FC236}">
                  <a16:creationId xmlns:a16="http://schemas.microsoft.com/office/drawing/2014/main" id="{933893B3-34CB-D5DF-8153-BABE5B6DEFFA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 7">
              <a:extLst>
                <a:ext uri="{FF2B5EF4-FFF2-40B4-BE49-F238E27FC236}">
                  <a16:creationId xmlns:a16="http://schemas.microsoft.com/office/drawing/2014/main" id="{409F1986-8A6C-5CDA-F7D6-84A45D9A5609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5A0BF70C-887D-F707-140F-C0E226112F2A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0" name="Vrije vorm 9">
                <a:extLst>
                  <a:ext uri="{FF2B5EF4-FFF2-40B4-BE49-F238E27FC236}">
                    <a16:creationId xmlns:a16="http://schemas.microsoft.com/office/drawing/2014/main" id="{EE5C3A3C-39A1-0852-B85A-3F3079EF6C6A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" name="Vrije vorm 10">
                <a:extLst>
                  <a:ext uri="{FF2B5EF4-FFF2-40B4-BE49-F238E27FC236}">
                    <a16:creationId xmlns:a16="http://schemas.microsoft.com/office/drawing/2014/main" id="{43571A6D-F003-1CD0-0E6E-774929F59AD1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2" name="Vrije vorm 11">
                <a:extLst>
                  <a:ext uri="{FF2B5EF4-FFF2-40B4-BE49-F238E27FC236}">
                    <a16:creationId xmlns:a16="http://schemas.microsoft.com/office/drawing/2014/main" id="{BDA01CA1-2E5C-18C7-35EA-5682411743D3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3" name="Vrije vorm 12">
                <a:extLst>
                  <a:ext uri="{FF2B5EF4-FFF2-40B4-BE49-F238E27FC236}">
                    <a16:creationId xmlns:a16="http://schemas.microsoft.com/office/drawing/2014/main" id="{3827454A-37D6-E21C-17FC-D301D16FB206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" name="Vrije vorm 13">
                <a:extLst>
                  <a:ext uri="{FF2B5EF4-FFF2-40B4-BE49-F238E27FC236}">
                    <a16:creationId xmlns:a16="http://schemas.microsoft.com/office/drawing/2014/main" id="{138249C1-55A0-9CFF-4EC3-DA2DD45AA7E7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5" name="Vrije vorm 14">
                <a:extLst>
                  <a:ext uri="{FF2B5EF4-FFF2-40B4-BE49-F238E27FC236}">
                    <a16:creationId xmlns:a16="http://schemas.microsoft.com/office/drawing/2014/main" id="{3A8D3B56-2656-04B0-CC8D-5010E6ECE3D2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6" name="Vrije vorm 15">
                <a:extLst>
                  <a:ext uri="{FF2B5EF4-FFF2-40B4-BE49-F238E27FC236}">
                    <a16:creationId xmlns:a16="http://schemas.microsoft.com/office/drawing/2014/main" id="{28AA0E26-2E3D-4E9C-936F-B15DF1E7EAF5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7" name="Vrije vorm 16">
                <a:extLst>
                  <a:ext uri="{FF2B5EF4-FFF2-40B4-BE49-F238E27FC236}">
                    <a16:creationId xmlns:a16="http://schemas.microsoft.com/office/drawing/2014/main" id="{857EEBB2-C5B6-D556-396A-3576F15E0EEE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8" name="Vrije vorm 17">
                <a:extLst>
                  <a:ext uri="{FF2B5EF4-FFF2-40B4-BE49-F238E27FC236}">
                    <a16:creationId xmlns:a16="http://schemas.microsoft.com/office/drawing/2014/main" id="{89B619A7-2663-74A1-087C-59E31305DCE6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9" name="Vrije vorm 18">
                <a:extLst>
                  <a:ext uri="{FF2B5EF4-FFF2-40B4-BE49-F238E27FC236}">
                    <a16:creationId xmlns:a16="http://schemas.microsoft.com/office/drawing/2014/main" id="{92971ECC-E9D8-C944-A408-D7CF5AE7E2E7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19">
                <a:extLst>
                  <a:ext uri="{FF2B5EF4-FFF2-40B4-BE49-F238E27FC236}">
                    <a16:creationId xmlns:a16="http://schemas.microsoft.com/office/drawing/2014/main" id="{658FA122-375D-D527-CDBF-1CAF42812A24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20">
                <a:extLst>
                  <a:ext uri="{FF2B5EF4-FFF2-40B4-BE49-F238E27FC236}">
                    <a16:creationId xmlns:a16="http://schemas.microsoft.com/office/drawing/2014/main" id="{992BAFDC-4BF9-E84C-A995-4F68F4FC0D4D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21">
                <a:extLst>
                  <a:ext uri="{FF2B5EF4-FFF2-40B4-BE49-F238E27FC236}">
                    <a16:creationId xmlns:a16="http://schemas.microsoft.com/office/drawing/2014/main" id="{019C7F57-C287-E89B-29B0-4BFC6C317AB0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26" name="Titel 1">
            <a:extLst>
              <a:ext uri="{FF2B5EF4-FFF2-40B4-BE49-F238E27FC236}">
                <a16:creationId xmlns:a16="http://schemas.microsoft.com/office/drawing/2014/main" id="{7C8EDDCC-8BBC-2ACD-ECCC-2EA659C27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954" y="3228945"/>
            <a:ext cx="7561346" cy="400110"/>
          </a:xfrm>
        </p:spPr>
        <p:txBody>
          <a:bodyPr/>
          <a:lstStyle>
            <a:lvl1pPr>
              <a:defRPr b="0" i="0" cap="all" baseline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BE" dirty="0"/>
              <a:t>Cursus naam</a:t>
            </a:r>
          </a:p>
        </p:txBody>
      </p:sp>
      <p:sp>
        <p:nvSpPr>
          <p:cNvPr id="27" name="Tijdelijke aanduiding voor tekst 28">
            <a:extLst>
              <a:ext uri="{FF2B5EF4-FFF2-40B4-BE49-F238E27FC236}">
                <a16:creationId xmlns:a16="http://schemas.microsoft.com/office/drawing/2014/main" id="{6B70DACC-E634-3F9E-57BD-5ACE094636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1038" y="3860838"/>
            <a:ext cx="7561262" cy="40005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Naam docent(en)</a:t>
            </a:r>
          </a:p>
        </p:txBody>
      </p:sp>
      <p:sp>
        <p:nvSpPr>
          <p:cNvPr id="4" name="Tijdelijke aanduiding voor datum 4">
            <a:extLst>
              <a:ext uri="{FF2B5EF4-FFF2-40B4-BE49-F238E27FC236}">
                <a16:creationId xmlns:a16="http://schemas.microsoft.com/office/drawing/2014/main" id="{7BE04216-41AF-B967-063C-96E69DDD7FE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658475" y="6426264"/>
            <a:ext cx="1106776" cy="224620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8DB56FFE-6F75-D74A-A391-107B23C8EB8B}" type="datetime1">
              <a:rPr lang="nl-BE" smtClean="0"/>
              <a:pPr/>
              <a:t>11/06/2026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2457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rode smile - 1 tekstvak sub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6" name="Tijdelijke aanduiding voor tekst 19">
            <a:extLst>
              <a:ext uri="{FF2B5EF4-FFF2-40B4-BE49-F238E27FC236}">
                <a16:creationId xmlns:a16="http://schemas.microsoft.com/office/drawing/2014/main" id="{FD64260C-295E-748F-D950-F8AB830E300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1" y="461384"/>
            <a:ext cx="11245572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07238BBC-5CBD-C8CD-4BDD-771566E5AD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77333"/>
            <a:ext cx="9332359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8" name="Tijdelijke aanduiding voor inhoud 4">
            <a:extLst>
              <a:ext uri="{FF2B5EF4-FFF2-40B4-BE49-F238E27FC236}">
                <a16:creationId xmlns:a16="http://schemas.microsoft.com/office/drawing/2014/main" id="{B151A33D-3874-C5BC-335D-D9D02CE6D58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913212" y="1724707"/>
            <a:ext cx="9332359" cy="4155960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6490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rode smile - 1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2" name="Tijdelijke aanduiding voor afbeelding 3">
            <a:extLst>
              <a:ext uri="{FF2B5EF4-FFF2-40B4-BE49-F238E27FC236}">
                <a16:creationId xmlns:a16="http://schemas.microsoft.com/office/drawing/2014/main" id="{8ECD740A-CCB0-E6F6-75AB-D94AFDB66B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4923" y="288236"/>
            <a:ext cx="11622916" cy="5844278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847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grijze smile - 1 tekstv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91FD6F7B-E357-4250-CFF4-9942FD7ECB68}"/>
              </a:ext>
            </a:extLst>
          </p:cNvPr>
          <p:cNvSpPr txBox="1">
            <a:spLocks/>
          </p:cNvSpPr>
          <p:nvPr userDrawn="1"/>
        </p:nvSpPr>
        <p:spPr>
          <a:xfrm>
            <a:off x="6306488" y="2918302"/>
            <a:ext cx="5600590" cy="393969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all" baseline="0">
                <a:solidFill>
                  <a:schemeClr val="tx1"/>
                </a:solidFill>
                <a:latin typeface="Poppins ExtraBold" pitchFamily="2" charset="77"/>
                <a:ea typeface="+mj-ea"/>
                <a:cs typeface="Poppins ExtraBold" pitchFamily="2" charset="77"/>
              </a:defRPr>
            </a:lvl1pPr>
          </a:lstStyle>
          <a:p>
            <a:endParaRPr lang="nl-BE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06ED3B6-DFC8-7915-EFD7-F2E9232EBD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BA97E322-7E03-E806-72C9-FE5D7F4F45D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DC351AB-6AB9-7EAA-3006-386E25155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7" name="Tijdelijke aanduiding voor tekst 19">
            <a:extLst>
              <a:ext uri="{FF2B5EF4-FFF2-40B4-BE49-F238E27FC236}">
                <a16:creationId xmlns:a16="http://schemas.microsoft.com/office/drawing/2014/main" id="{F45299EA-5AFA-34B6-C768-AA5A808FC91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1" y="461384"/>
            <a:ext cx="11245571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9" name="Tijdelijke aanduiding voor inhoud 4">
            <a:extLst>
              <a:ext uri="{FF2B5EF4-FFF2-40B4-BE49-F238E27FC236}">
                <a16:creationId xmlns:a16="http://schemas.microsoft.com/office/drawing/2014/main" id="{C97EC88D-B66A-E3E7-2969-202BB68526F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913212" y="1089212"/>
            <a:ext cx="9332359" cy="4791455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2847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grijze smile - 1 tekstvak sub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91FD6F7B-E357-4250-CFF4-9942FD7ECB68}"/>
              </a:ext>
            </a:extLst>
          </p:cNvPr>
          <p:cNvSpPr txBox="1">
            <a:spLocks/>
          </p:cNvSpPr>
          <p:nvPr userDrawn="1"/>
        </p:nvSpPr>
        <p:spPr>
          <a:xfrm>
            <a:off x="6306488" y="2918302"/>
            <a:ext cx="5600590" cy="393969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all" baseline="0">
                <a:solidFill>
                  <a:schemeClr val="tx1"/>
                </a:solidFill>
                <a:latin typeface="Poppins ExtraBold" pitchFamily="2" charset="77"/>
                <a:ea typeface="+mj-ea"/>
                <a:cs typeface="Poppins ExtraBold" pitchFamily="2" charset="77"/>
              </a:defRPr>
            </a:lvl1pPr>
          </a:lstStyle>
          <a:p>
            <a:endParaRPr lang="nl-BE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06ED3B6-DFC8-7915-EFD7-F2E9232EBD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BA97E322-7E03-E806-72C9-FE5D7F4F45D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DC351AB-6AB9-7EAA-3006-386E25155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7" name="Tijdelijke aanduiding voor tekst 19">
            <a:extLst>
              <a:ext uri="{FF2B5EF4-FFF2-40B4-BE49-F238E27FC236}">
                <a16:creationId xmlns:a16="http://schemas.microsoft.com/office/drawing/2014/main" id="{F45299EA-5AFA-34B6-C768-AA5A808FC91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1" y="461384"/>
            <a:ext cx="11245571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72B1B12-B3F6-A513-EA3D-066BE8002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77333"/>
            <a:ext cx="9332359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9" name="Tijdelijke aanduiding voor inhoud 4">
            <a:extLst>
              <a:ext uri="{FF2B5EF4-FFF2-40B4-BE49-F238E27FC236}">
                <a16:creationId xmlns:a16="http://schemas.microsoft.com/office/drawing/2014/main" id="{C97EC88D-B66A-E3E7-2969-202BB68526F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913212" y="1724707"/>
            <a:ext cx="9332359" cy="4155960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8443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grijze smile - 1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91FD6F7B-E357-4250-CFF4-9942FD7ECB68}"/>
              </a:ext>
            </a:extLst>
          </p:cNvPr>
          <p:cNvSpPr txBox="1">
            <a:spLocks/>
          </p:cNvSpPr>
          <p:nvPr userDrawn="1"/>
        </p:nvSpPr>
        <p:spPr>
          <a:xfrm>
            <a:off x="6306488" y="2918302"/>
            <a:ext cx="5600590" cy="393969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all" baseline="0">
                <a:solidFill>
                  <a:schemeClr val="tx1"/>
                </a:solidFill>
                <a:latin typeface="Poppins ExtraBold" pitchFamily="2" charset="77"/>
                <a:ea typeface="+mj-ea"/>
                <a:cs typeface="Poppins ExtraBold" pitchFamily="2" charset="77"/>
              </a:defRPr>
            </a:lvl1pPr>
          </a:lstStyle>
          <a:p>
            <a:endParaRPr lang="nl-BE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06ED3B6-DFC8-7915-EFD7-F2E9232EBD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BA97E322-7E03-E806-72C9-FE5D7F4F45D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DC351AB-6AB9-7EAA-3006-386E25155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62743CB8-DBAF-BD68-86BD-870F6385DC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4923" y="288236"/>
            <a:ext cx="11622916" cy="5844278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734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1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1">
            <a:extLst>
              <a:ext uri="{FF2B5EF4-FFF2-40B4-BE49-F238E27FC236}">
                <a16:creationId xmlns:a16="http://schemas.microsoft.com/office/drawing/2014/main" id="{5F98A216-45F4-DF92-C49C-77FA5337B2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36" y="559754"/>
            <a:ext cx="3359883" cy="818985"/>
          </a:xfrm>
        </p:spPr>
        <p:txBody>
          <a:bodyPr lIns="0" anchor="b"/>
          <a:lstStyle>
            <a:lvl1pPr algn="l">
              <a:defRPr sz="6000" b="0" cap="all" baseline="0">
                <a:solidFill>
                  <a:srgbClr val="D9222A"/>
                </a:solidFill>
                <a:latin typeface="Poppins ExtraBold" pitchFamily="2" charset="77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9F2E8881-5C70-C13C-6364-6C3575A020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237" y="1422965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23" name="Tijdelijke aanduiding voor tekst 66">
            <a:extLst>
              <a:ext uri="{FF2B5EF4-FFF2-40B4-BE49-F238E27FC236}">
                <a16:creationId xmlns:a16="http://schemas.microsoft.com/office/drawing/2014/main" id="{2252D3E2-1B25-2F24-23A8-8F91C35697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1236" y="1821822"/>
            <a:ext cx="10984719" cy="284419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8CCAD4B-B090-5BC5-271D-5FF1DFD039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5C644379-F5C2-B072-74B1-718D96A3214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6" name="Tijdelijke aanduiding voor tekst 66">
            <a:extLst>
              <a:ext uri="{FF2B5EF4-FFF2-40B4-BE49-F238E27FC236}">
                <a16:creationId xmlns:a16="http://schemas.microsoft.com/office/drawing/2014/main" id="{59DC2F44-0967-8424-4A69-2192D411F0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1236" y="2150433"/>
            <a:ext cx="10984719" cy="284419"/>
          </a:xfrm>
        </p:spPr>
        <p:txBody>
          <a:bodyPr lIns="0">
            <a:no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7" name="Tijdelijke aanduiding voor tekst 11">
            <a:extLst>
              <a:ext uri="{FF2B5EF4-FFF2-40B4-BE49-F238E27FC236}">
                <a16:creationId xmlns:a16="http://schemas.microsoft.com/office/drawing/2014/main" id="{78F50B21-5D45-649A-816F-C01DD64E2D9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1237" y="2662099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8" name="Tijdelijke aanduiding voor tekst 66">
            <a:extLst>
              <a:ext uri="{FF2B5EF4-FFF2-40B4-BE49-F238E27FC236}">
                <a16:creationId xmlns:a16="http://schemas.microsoft.com/office/drawing/2014/main" id="{A2056EF3-728C-A7F7-1D32-E42BFDB6859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1236" y="3060956"/>
            <a:ext cx="10984719" cy="284419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9" name="Tijdelijke aanduiding voor tekst 66">
            <a:extLst>
              <a:ext uri="{FF2B5EF4-FFF2-40B4-BE49-F238E27FC236}">
                <a16:creationId xmlns:a16="http://schemas.microsoft.com/office/drawing/2014/main" id="{75AE7CEB-5405-E5D8-9456-FD8C7459749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1236" y="3389567"/>
            <a:ext cx="10984719" cy="284419"/>
          </a:xfrm>
        </p:spPr>
        <p:txBody>
          <a:bodyPr lIns="0">
            <a:no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0" name="Tijdelijke aanduiding voor tekst 11">
            <a:extLst>
              <a:ext uri="{FF2B5EF4-FFF2-40B4-BE49-F238E27FC236}">
                <a16:creationId xmlns:a16="http://schemas.microsoft.com/office/drawing/2014/main" id="{261BCB8D-BDA3-A1C7-4DD6-65BD0AC913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1237" y="3955548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11" name="Tijdelijke aanduiding voor tekst 66">
            <a:extLst>
              <a:ext uri="{FF2B5EF4-FFF2-40B4-BE49-F238E27FC236}">
                <a16:creationId xmlns:a16="http://schemas.microsoft.com/office/drawing/2014/main" id="{E92C5ADF-2C4E-4C83-39D0-4994BFE1C68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1236" y="4354405"/>
            <a:ext cx="10984719" cy="284419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2" name="Tijdelijke aanduiding voor tekst 66">
            <a:extLst>
              <a:ext uri="{FF2B5EF4-FFF2-40B4-BE49-F238E27FC236}">
                <a16:creationId xmlns:a16="http://schemas.microsoft.com/office/drawing/2014/main" id="{BA4B510F-3C37-6955-8630-9B1F3F745B1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1236" y="4683016"/>
            <a:ext cx="10984719" cy="284419"/>
          </a:xfrm>
        </p:spPr>
        <p:txBody>
          <a:bodyPr lIns="0">
            <a:no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3" name="Tijdelijke aanduiding voor tekst 11">
            <a:extLst>
              <a:ext uri="{FF2B5EF4-FFF2-40B4-BE49-F238E27FC236}">
                <a16:creationId xmlns:a16="http://schemas.microsoft.com/office/drawing/2014/main" id="{981369FF-88E6-7362-EF5E-BD6EDE1FFF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237" y="5220557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14" name="Tijdelijke aanduiding voor tekst 66">
            <a:extLst>
              <a:ext uri="{FF2B5EF4-FFF2-40B4-BE49-F238E27FC236}">
                <a16:creationId xmlns:a16="http://schemas.microsoft.com/office/drawing/2014/main" id="{6294C111-86A3-CA65-B3CE-25C3D7033CA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1236" y="5619414"/>
            <a:ext cx="10984719" cy="284419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5" name="Tijdelijke aanduiding voor tekst 66">
            <a:extLst>
              <a:ext uri="{FF2B5EF4-FFF2-40B4-BE49-F238E27FC236}">
                <a16:creationId xmlns:a16="http://schemas.microsoft.com/office/drawing/2014/main" id="{CDAFE136-DC4C-790A-0333-FF0B6CDE663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1236" y="5948025"/>
            <a:ext cx="10984719" cy="284419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9900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1">
            <a:extLst>
              <a:ext uri="{FF2B5EF4-FFF2-40B4-BE49-F238E27FC236}">
                <a16:creationId xmlns:a16="http://schemas.microsoft.com/office/drawing/2014/main" id="{5F98A216-45F4-DF92-C49C-77FA5337B2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36" y="559754"/>
            <a:ext cx="3359883" cy="818985"/>
          </a:xfrm>
        </p:spPr>
        <p:txBody>
          <a:bodyPr lIns="0" anchor="b"/>
          <a:lstStyle>
            <a:lvl1pPr algn="l">
              <a:defRPr sz="6000" b="0" cap="all" baseline="0">
                <a:solidFill>
                  <a:srgbClr val="D9222A"/>
                </a:solidFill>
                <a:latin typeface="Poppins ExtraBold" pitchFamily="2" charset="77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22" name="Tijdelijke aanduiding voor tekst 11">
            <a:extLst>
              <a:ext uri="{FF2B5EF4-FFF2-40B4-BE49-F238E27FC236}">
                <a16:creationId xmlns:a16="http://schemas.microsoft.com/office/drawing/2014/main" id="{9F2E8881-5C70-C13C-6364-6C3575A020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237" y="1422965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23" name="Tijdelijke aanduiding voor tekst 66">
            <a:extLst>
              <a:ext uri="{FF2B5EF4-FFF2-40B4-BE49-F238E27FC236}">
                <a16:creationId xmlns:a16="http://schemas.microsoft.com/office/drawing/2014/main" id="{2252D3E2-1B25-2F24-23A8-8F91C35697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1236" y="1821822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8CCAD4B-B090-5BC5-271D-5FF1DFD039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5C644379-F5C2-B072-74B1-718D96A3214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6" name="Tijdelijke aanduiding voor tekst 66">
            <a:extLst>
              <a:ext uri="{FF2B5EF4-FFF2-40B4-BE49-F238E27FC236}">
                <a16:creationId xmlns:a16="http://schemas.microsoft.com/office/drawing/2014/main" id="{59DC2F44-0967-8424-4A69-2192D411F0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1236" y="2150433"/>
            <a:ext cx="4707989" cy="368044"/>
          </a:xfrm>
        </p:spPr>
        <p:txBody>
          <a:bodyPr lIns="0">
            <a:no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7" name="Tijdelijke aanduiding voor tekst 11">
            <a:extLst>
              <a:ext uri="{FF2B5EF4-FFF2-40B4-BE49-F238E27FC236}">
                <a16:creationId xmlns:a16="http://schemas.microsoft.com/office/drawing/2014/main" id="{78F50B21-5D45-649A-816F-C01DD64E2D9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1237" y="2662099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8" name="Tijdelijke aanduiding voor tekst 66">
            <a:extLst>
              <a:ext uri="{FF2B5EF4-FFF2-40B4-BE49-F238E27FC236}">
                <a16:creationId xmlns:a16="http://schemas.microsoft.com/office/drawing/2014/main" id="{A2056EF3-728C-A7F7-1D32-E42BFDB6859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1236" y="3060956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9" name="Tijdelijke aanduiding voor tekst 66">
            <a:extLst>
              <a:ext uri="{FF2B5EF4-FFF2-40B4-BE49-F238E27FC236}">
                <a16:creationId xmlns:a16="http://schemas.microsoft.com/office/drawing/2014/main" id="{75AE7CEB-5405-E5D8-9456-FD8C7459749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1236" y="3389567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0" name="Tijdelijke aanduiding voor tekst 11">
            <a:extLst>
              <a:ext uri="{FF2B5EF4-FFF2-40B4-BE49-F238E27FC236}">
                <a16:creationId xmlns:a16="http://schemas.microsoft.com/office/drawing/2014/main" id="{261BCB8D-BDA3-A1C7-4DD6-65BD0AC9131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1237" y="3955548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11" name="Tijdelijke aanduiding voor tekst 66">
            <a:extLst>
              <a:ext uri="{FF2B5EF4-FFF2-40B4-BE49-F238E27FC236}">
                <a16:creationId xmlns:a16="http://schemas.microsoft.com/office/drawing/2014/main" id="{E92C5ADF-2C4E-4C83-39D0-4994BFE1C68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1236" y="4354405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2" name="Tijdelijke aanduiding voor tekst 66">
            <a:extLst>
              <a:ext uri="{FF2B5EF4-FFF2-40B4-BE49-F238E27FC236}">
                <a16:creationId xmlns:a16="http://schemas.microsoft.com/office/drawing/2014/main" id="{BA4B510F-3C37-6955-8630-9B1F3F745B1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1236" y="4683016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3" name="Tijdelijke aanduiding voor tekst 11">
            <a:extLst>
              <a:ext uri="{FF2B5EF4-FFF2-40B4-BE49-F238E27FC236}">
                <a16:creationId xmlns:a16="http://schemas.microsoft.com/office/drawing/2014/main" id="{981369FF-88E6-7362-EF5E-BD6EDE1FFF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237" y="5220557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14" name="Tijdelijke aanduiding voor tekst 66">
            <a:extLst>
              <a:ext uri="{FF2B5EF4-FFF2-40B4-BE49-F238E27FC236}">
                <a16:creationId xmlns:a16="http://schemas.microsoft.com/office/drawing/2014/main" id="{6294C111-86A3-CA65-B3CE-25C3D7033CA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1236" y="5619414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5" name="Tijdelijke aanduiding voor tekst 66">
            <a:extLst>
              <a:ext uri="{FF2B5EF4-FFF2-40B4-BE49-F238E27FC236}">
                <a16:creationId xmlns:a16="http://schemas.microsoft.com/office/drawing/2014/main" id="{CDAFE136-DC4C-790A-0333-FF0B6CDE663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1236" y="5948025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4" name="Tijdelijke aanduiding voor tekst 11">
            <a:extLst>
              <a:ext uri="{FF2B5EF4-FFF2-40B4-BE49-F238E27FC236}">
                <a16:creationId xmlns:a16="http://schemas.microsoft.com/office/drawing/2014/main" id="{6A6D8E0D-28BA-BB25-B1FE-9DF92471DE3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393400" y="1422965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5" name="Tijdelijke aanduiding voor tekst 66">
            <a:extLst>
              <a:ext uri="{FF2B5EF4-FFF2-40B4-BE49-F238E27FC236}">
                <a16:creationId xmlns:a16="http://schemas.microsoft.com/office/drawing/2014/main" id="{F4166382-F7EE-3DC0-16AE-D17E9C817CC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93399" y="1821822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6" name="Tijdelijke aanduiding voor tekst 66">
            <a:extLst>
              <a:ext uri="{FF2B5EF4-FFF2-40B4-BE49-F238E27FC236}">
                <a16:creationId xmlns:a16="http://schemas.microsoft.com/office/drawing/2014/main" id="{0220E299-F397-FB2E-5C0A-4DF4A83CF1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93399" y="2150433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7" name="Tijdelijke aanduiding voor tekst 11">
            <a:extLst>
              <a:ext uri="{FF2B5EF4-FFF2-40B4-BE49-F238E27FC236}">
                <a16:creationId xmlns:a16="http://schemas.microsoft.com/office/drawing/2014/main" id="{09B3375C-87E1-7A59-224C-99E9E76072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93400" y="2662099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18" name="Tijdelijke aanduiding voor tekst 66">
            <a:extLst>
              <a:ext uri="{FF2B5EF4-FFF2-40B4-BE49-F238E27FC236}">
                <a16:creationId xmlns:a16="http://schemas.microsoft.com/office/drawing/2014/main" id="{603A3542-77B6-AEE5-DC62-77ECDCD76B2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393399" y="3060956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9" name="Tijdelijke aanduiding voor tekst 66">
            <a:extLst>
              <a:ext uri="{FF2B5EF4-FFF2-40B4-BE49-F238E27FC236}">
                <a16:creationId xmlns:a16="http://schemas.microsoft.com/office/drawing/2014/main" id="{665DBAE2-DB0F-E227-CC7D-074CB39497C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393399" y="3389567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FC0FECA1-7A74-9B38-1E2E-19E6B12D10A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393400" y="3955548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24" name="Tijdelijke aanduiding voor tekst 66">
            <a:extLst>
              <a:ext uri="{FF2B5EF4-FFF2-40B4-BE49-F238E27FC236}">
                <a16:creationId xmlns:a16="http://schemas.microsoft.com/office/drawing/2014/main" id="{817A43A9-0C17-9F16-999D-A5492A7A3B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393399" y="4354405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25" name="Tijdelijke aanduiding voor tekst 66">
            <a:extLst>
              <a:ext uri="{FF2B5EF4-FFF2-40B4-BE49-F238E27FC236}">
                <a16:creationId xmlns:a16="http://schemas.microsoft.com/office/drawing/2014/main" id="{7CBF49C2-64FE-9BFC-ED27-5621B1DA7EE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93399" y="4683016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26" name="Tijdelijke aanduiding voor tekst 11">
            <a:extLst>
              <a:ext uri="{FF2B5EF4-FFF2-40B4-BE49-F238E27FC236}">
                <a16:creationId xmlns:a16="http://schemas.microsoft.com/office/drawing/2014/main" id="{7C0EAE11-29BD-2C0C-6B9E-D24F328ACF9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393400" y="5220557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27" name="Tijdelijke aanduiding voor tekst 66">
            <a:extLst>
              <a:ext uri="{FF2B5EF4-FFF2-40B4-BE49-F238E27FC236}">
                <a16:creationId xmlns:a16="http://schemas.microsoft.com/office/drawing/2014/main" id="{67313121-420B-4235-AEDB-0547D5D8B06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393399" y="5619414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28" name="Tijdelijke aanduiding voor tekst 66">
            <a:extLst>
              <a:ext uri="{FF2B5EF4-FFF2-40B4-BE49-F238E27FC236}">
                <a16:creationId xmlns:a16="http://schemas.microsoft.com/office/drawing/2014/main" id="{A47EE8FF-01EC-04DF-58C8-11943962621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93399" y="5948025"/>
            <a:ext cx="4707989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9490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2 kolommen met fotoruim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1D2CFB6-D3F2-09EB-8323-0048FAEF1C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243888" y="0"/>
            <a:ext cx="3948112" cy="6072188"/>
          </a:xfrm>
        </p:spPr>
        <p:txBody>
          <a:bodyPr/>
          <a:lstStyle>
            <a:lvl1pPr>
              <a:defRPr/>
            </a:lvl1pPr>
          </a:lstStyle>
          <a:p>
            <a:r>
              <a:rPr lang="nl-BE" dirty="0"/>
              <a:t>Klik om een afbeelding in te voegen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908DF9C-AA0A-42D9-451D-164063153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F82AD33D-95A9-BBC5-1CB2-E12FEB0CC818}"/>
              </a:ext>
            </a:extLst>
          </p:cNvPr>
          <p:cNvSpPr/>
          <p:nvPr userDrawn="1"/>
        </p:nvSpPr>
        <p:spPr>
          <a:xfrm>
            <a:off x="4185920" y="603980"/>
            <a:ext cx="3820160" cy="6267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621A2C5A-C31D-C791-B1C0-7E861AC626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36" y="603980"/>
            <a:ext cx="3359883" cy="818985"/>
          </a:xfrm>
        </p:spPr>
        <p:txBody>
          <a:bodyPr lIns="0" anchor="b"/>
          <a:lstStyle>
            <a:lvl1pPr algn="l">
              <a:defRPr sz="6000" b="0" cap="all" baseline="0">
                <a:solidFill>
                  <a:srgbClr val="D9222A"/>
                </a:solidFill>
                <a:latin typeface="Poppins ExtraBold" pitchFamily="2" charset="77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4B6D9D90-A08D-73E5-919B-F9AF711186E0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764ED2E3-0153-36AA-1A84-474FF78BF5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237" y="1422965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13" name="Tijdelijke aanduiding voor tekst 66">
            <a:extLst>
              <a:ext uri="{FF2B5EF4-FFF2-40B4-BE49-F238E27FC236}">
                <a16:creationId xmlns:a16="http://schemas.microsoft.com/office/drawing/2014/main" id="{6A436396-C873-0F7C-2F5E-132B6A41661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1236" y="1821822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4" name="Tijdelijke aanduiding voor tekst 66">
            <a:extLst>
              <a:ext uri="{FF2B5EF4-FFF2-40B4-BE49-F238E27FC236}">
                <a16:creationId xmlns:a16="http://schemas.microsoft.com/office/drawing/2014/main" id="{A0D59B88-EF7A-2F9A-52B9-4D10EA2EE0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1236" y="2150433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5" name="Tijdelijke aanduiding voor tekst 11">
            <a:extLst>
              <a:ext uri="{FF2B5EF4-FFF2-40B4-BE49-F238E27FC236}">
                <a16:creationId xmlns:a16="http://schemas.microsoft.com/office/drawing/2014/main" id="{F273814C-BE46-96A2-E440-DD68FC7C41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1237" y="2662099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16" name="Tijdelijke aanduiding voor tekst 66">
            <a:extLst>
              <a:ext uri="{FF2B5EF4-FFF2-40B4-BE49-F238E27FC236}">
                <a16:creationId xmlns:a16="http://schemas.microsoft.com/office/drawing/2014/main" id="{70C6011B-DC50-CA79-1B89-40C0ED43026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1236" y="3060956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7" name="Tijdelijke aanduiding voor tekst 66">
            <a:extLst>
              <a:ext uri="{FF2B5EF4-FFF2-40B4-BE49-F238E27FC236}">
                <a16:creationId xmlns:a16="http://schemas.microsoft.com/office/drawing/2014/main" id="{60388D87-55CA-7FC7-64B7-9F66F91FD4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1236" y="3389567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8" name="Tijdelijke aanduiding voor tekst 11">
            <a:extLst>
              <a:ext uri="{FF2B5EF4-FFF2-40B4-BE49-F238E27FC236}">
                <a16:creationId xmlns:a16="http://schemas.microsoft.com/office/drawing/2014/main" id="{77307C9D-8E34-E042-44F8-F3EC10A3D72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1237" y="3955548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20" name="Tijdelijke aanduiding voor tekst 66">
            <a:extLst>
              <a:ext uri="{FF2B5EF4-FFF2-40B4-BE49-F238E27FC236}">
                <a16:creationId xmlns:a16="http://schemas.microsoft.com/office/drawing/2014/main" id="{8F567592-67F6-E220-0057-F013756A49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1236" y="4683016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24" name="Tijdelijke aanduiding voor tekst 11">
            <a:extLst>
              <a:ext uri="{FF2B5EF4-FFF2-40B4-BE49-F238E27FC236}">
                <a16:creationId xmlns:a16="http://schemas.microsoft.com/office/drawing/2014/main" id="{210019C9-1D74-E578-1FAA-23A47E40113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237" y="5220557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27" name="Tijdelijke aanduiding voor tekst 66">
            <a:extLst>
              <a:ext uri="{FF2B5EF4-FFF2-40B4-BE49-F238E27FC236}">
                <a16:creationId xmlns:a16="http://schemas.microsoft.com/office/drawing/2014/main" id="{E7F9FFC6-CFC7-3713-2BFE-854BBC7731A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1236" y="5619414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29" name="Tijdelijke aanduiding voor tekst 66">
            <a:extLst>
              <a:ext uri="{FF2B5EF4-FFF2-40B4-BE49-F238E27FC236}">
                <a16:creationId xmlns:a16="http://schemas.microsoft.com/office/drawing/2014/main" id="{41A0BF12-4B13-E48A-BD5B-07426165D48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1236" y="5948025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41" name="Tijdelijke aanduiding voor tekst 11">
            <a:extLst>
              <a:ext uri="{FF2B5EF4-FFF2-40B4-BE49-F238E27FC236}">
                <a16:creationId xmlns:a16="http://schemas.microsoft.com/office/drawing/2014/main" id="{52E25345-D3B7-7CA6-310E-31D23E812C0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1827" y="943578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42" name="Tijdelijke aanduiding voor tekst 66">
            <a:extLst>
              <a:ext uri="{FF2B5EF4-FFF2-40B4-BE49-F238E27FC236}">
                <a16:creationId xmlns:a16="http://schemas.microsoft.com/office/drawing/2014/main" id="{A8584476-AF2D-FB02-97EF-FC390D78DEC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561827" y="1342435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43" name="Tijdelijke aanduiding voor tekst 66">
            <a:extLst>
              <a:ext uri="{FF2B5EF4-FFF2-40B4-BE49-F238E27FC236}">
                <a16:creationId xmlns:a16="http://schemas.microsoft.com/office/drawing/2014/main" id="{B785BD2D-FF0C-E008-A4F5-19629B14FEA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561827" y="1671046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44" name="Tijdelijke aanduiding voor tekst 11">
            <a:extLst>
              <a:ext uri="{FF2B5EF4-FFF2-40B4-BE49-F238E27FC236}">
                <a16:creationId xmlns:a16="http://schemas.microsoft.com/office/drawing/2014/main" id="{BB37E54F-7EB1-3399-DAD4-4BB50FB4272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61827" y="2182712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45" name="Tijdelijke aanduiding voor tekst 66">
            <a:extLst>
              <a:ext uri="{FF2B5EF4-FFF2-40B4-BE49-F238E27FC236}">
                <a16:creationId xmlns:a16="http://schemas.microsoft.com/office/drawing/2014/main" id="{4A3D0866-DFB4-15B9-15C4-D41FDB814B1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561827" y="2581569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46" name="Tijdelijke aanduiding voor tekst 66">
            <a:extLst>
              <a:ext uri="{FF2B5EF4-FFF2-40B4-BE49-F238E27FC236}">
                <a16:creationId xmlns:a16="http://schemas.microsoft.com/office/drawing/2014/main" id="{4B962010-E812-6B51-916F-E891118BA3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561827" y="2910180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47" name="Tijdelijke aanduiding voor tekst 11">
            <a:extLst>
              <a:ext uri="{FF2B5EF4-FFF2-40B4-BE49-F238E27FC236}">
                <a16:creationId xmlns:a16="http://schemas.microsoft.com/office/drawing/2014/main" id="{7EDBE37A-4E6B-47DC-6270-EB8F72EC6AE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561827" y="3476161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48" name="Tijdelijke aanduiding voor tekst 66">
            <a:extLst>
              <a:ext uri="{FF2B5EF4-FFF2-40B4-BE49-F238E27FC236}">
                <a16:creationId xmlns:a16="http://schemas.microsoft.com/office/drawing/2014/main" id="{8DDC6150-282C-D93B-7371-96E6D06B2E9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561827" y="3875018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49" name="Tijdelijke aanduiding voor tekst 66">
            <a:extLst>
              <a:ext uri="{FF2B5EF4-FFF2-40B4-BE49-F238E27FC236}">
                <a16:creationId xmlns:a16="http://schemas.microsoft.com/office/drawing/2014/main" id="{4D4F9966-6114-8250-7FA3-76242F3E33A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561827" y="4203629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50" name="Tijdelijke aanduiding voor tekst 11">
            <a:extLst>
              <a:ext uri="{FF2B5EF4-FFF2-40B4-BE49-F238E27FC236}">
                <a16:creationId xmlns:a16="http://schemas.microsoft.com/office/drawing/2014/main" id="{C073FDEC-72ED-37B2-732C-E7159661D3E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561827" y="4741170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51" name="Tijdelijke aanduiding voor tekst 66">
            <a:extLst>
              <a:ext uri="{FF2B5EF4-FFF2-40B4-BE49-F238E27FC236}">
                <a16:creationId xmlns:a16="http://schemas.microsoft.com/office/drawing/2014/main" id="{78DC4D8D-C440-DE29-97E8-61A5C36AD85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561827" y="5140027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52" name="Tijdelijke aanduiding voor tekst 66">
            <a:extLst>
              <a:ext uri="{FF2B5EF4-FFF2-40B4-BE49-F238E27FC236}">
                <a16:creationId xmlns:a16="http://schemas.microsoft.com/office/drawing/2014/main" id="{50FF4B04-76B4-1077-8722-8922C4E36CA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561827" y="5468638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53" name="Tijdelijke aanduiding voor tekst 66">
            <a:extLst>
              <a:ext uri="{FF2B5EF4-FFF2-40B4-BE49-F238E27FC236}">
                <a16:creationId xmlns:a16="http://schemas.microsoft.com/office/drawing/2014/main" id="{4327E912-597A-B7CD-18A5-90D2B151055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21236" y="4361118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</p:spTree>
    <p:extLst>
      <p:ext uri="{BB962C8B-B14F-4D97-AF65-F5344CB8AC3E}">
        <p14:creationId xmlns:p14="http://schemas.microsoft.com/office/powerpoint/2010/main" val="1725948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5E3B087D-EC96-1653-48AB-0173CF8787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B9999B0E-E1C2-CB30-6CED-E508DDD3BAD8}"/>
              </a:ext>
            </a:extLst>
          </p:cNvPr>
          <p:cNvSpPr/>
          <p:nvPr userDrawn="1"/>
        </p:nvSpPr>
        <p:spPr>
          <a:xfrm>
            <a:off x="4185920" y="389667"/>
            <a:ext cx="3820160" cy="64683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F07A8FD-01F9-1004-781D-21D5D2A24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36" y="389667"/>
            <a:ext cx="3359883" cy="818985"/>
          </a:xfrm>
        </p:spPr>
        <p:txBody>
          <a:bodyPr lIns="0" anchor="b"/>
          <a:lstStyle>
            <a:lvl1pPr algn="l">
              <a:defRPr sz="6000" b="0" cap="all" baseline="0">
                <a:solidFill>
                  <a:srgbClr val="D9222A"/>
                </a:solidFill>
                <a:latin typeface="Poppins ExtraBold" pitchFamily="2" charset="77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EC811731-8AA6-CF35-EDC4-72B91B3D0D7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9" name="Tijdelijke aanduiding voor tekst 11">
            <a:extLst>
              <a:ext uri="{FF2B5EF4-FFF2-40B4-BE49-F238E27FC236}">
                <a16:creationId xmlns:a16="http://schemas.microsoft.com/office/drawing/2014/main" id="{C887E12D-C83E-C38E-C069-29764A7A4F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237" y="1208652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10" name="Tijdelijke aanduiding voor tekst 66">
            <a:extLst>
              <a:ext uri="{FF2B5EF4-FFF2-40B4-BE49-F238E27FC236}">
                <a16:creationId xmlns:a16="http://schemas.microsoft.com/office/drawing/2014/main" id="{D5BFEABB-96D8-4704-2AA1-9A705277896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1236" y="1607509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1" name="Tijdelijke aanduiding voor tekst 66">
            <a:extLst>
              <a:ext uri="{FF2B5EF4-FFF2-40B4-BE49-F238E27FC236}">
                <a16:creationId xmlns:a16="http://schemas.microsoft.com/office/drawing/2014/main" id="{15C106AB-9AA4-CC65-255F-521FCBAB205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1236" y="1936120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1D6ACEB-8854-5833-B8A9-B3D6A751071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1237" y="2447786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13" name="Tijdelijke aanduiding voor tekst 66">
            <a:extLst>
              <a:ext uri="{FF2B5EF4-FFF2-40B4-BE49-F238E27FC236}">
                <a16:creationId xmlns:a16="http://schemas.microsoft.com/office/drawing/2014/main" id="{9C3ED023-1907-86F3-64A7-77029533220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1236" y="2846643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4" name="Tijdelijke aanduiding voor tekst 66">
            <a:extLst>
              <a:ext uri="{FF2B5EF4-FFF2-40B4-BE49-F238E27FC236}">
                <a16:creationId xmlns:a16="http://schemas.microsoft.com/office/drawing/2014/main" id="{D00E594F-A20C-C743-AE98-F601DBAF34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1236" y="3175254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5" name="Tijdelijke aanduiding voor tekst 11">
            <a:extLst>
              <a:ext uri="{FF2B5EF4-FFF2-40B4-BE49-F238E27FC236}">
                <a16:creationId xmlns:a16="http://schemas.microsoft.com/office/drawing/2014/main" id="{F6647C38-3617-BAE9-196E-D0FD48F223C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1237" y="3741235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16" name="Tijdelijke aanduiding voor tekst 66">
            <a:extLst>
              <a:ext uri="{FF2B5EF4-FFF2-40B4-BE49-F238E27FC236}">
                <a16:creationId xmlns:a16="http://schemas.microsoft.com/office/drawing/2014/main" id="{597534E3-371B-E7FD-D8F5-678D0DC49C0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1236" y="4468703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17" name="Tijdelijke aanduiding voor tekst 11">
            <a:extLst>
              <a:ext uri="{FF2B5EF4-FFF2-40B4-BE49-F238E27FC236}">
                <a16:creationId xmlns:a16="http://schemas.microsoft.com/office/drawing/2014/main" id="{864C8296-F574-B888-04EE-EE91A6F006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237" y="5006244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18" name="Tijdelijke aanduiding voor tekst 66">
            <a:extLst>
              <a:ext uri="{FF2B5EF4-FFF2-40B4-BE49-F238E27FC236}">
                <a16:creationId xmlns:a16="http://schemas.microsoft.com/office/drawing/2014/main" id="{90E89676-879E-63D9-B54A-01FE33BCF02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1236" y="5405101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19" name="Tijdelijke aanduiding voor tekst 66">
            <a:extLst>
              <a:ext uri="{FF2B5EF4-FFF2-40B4-BE49-F238E27FC236}">
                <a16:creationId xmlns:a16="http://schemas.microsoft.com/office/drawing/2014/main" id="{DA57A3C0-0EF6-F025-07BC-7EC09498CFF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1236" y="5733712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r>
              <a:rPr lang="nl-NL" dirty="0"/>
              <a:t>&gt;</a:t>
            </a:r>
          </a:p>
        </p:txBody>
      </p:sp>
      <p:sp>
        <p:nvSpPr>
          <p:cNvPr id="20" name="Tijdelijke aanduiding voor tekst 11">
            <a:extLst>
              <a:ext uri="{FF2B5EF4-FFF2-40B4-BE49-F238E27FC236}">
                <a16:creationId xmlns:a16="http://schemas.microsoft.com/office/drawing/2014/main" id="{255957F6-8C0B-7E16-EA2A-710A1B3D462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561827" y="729265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21" name="Tijdelijke aanduiding voor tekst 66">
            <a:extLst>
              <a:ext uri="{FF2B5EF4-FFF2-40B4-BE49-F238E27FC236}">
                <a16:creationId xmlns:a16="http://schemas.microsoft.com/office/drawing/2014/main" id="{E788F05B-8C87-D9FE-CA89-2B0455AC811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1827" y="1128122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22" name="Tijdelijke aanduiding voor tekst 66">
            <a:extLst>
              <a:ext uri="{FF2B5EF4-FFF2-40B4-BE49-F238E27FC236}">
                <a16:creationId xmlns:a16="http://schemas.microsoft.com/office/drawing/2014/main" id="{9D8D944B-647A-90B0-DDD7-74DD79E5A5C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561827" y="1456733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23" name="Tijdelijke aanduiding voor tekst 11">
            <a:extLst>
              <a:ext uri="{FF2B5EF4-FFF2-40B4-BE49-F238E27FC236}">
                <a16:creationId xmlns:a16="http://schemas.microsoft.com/office/drawing/2014/main" id="{FBED0392-0442-0D83-79AD-D4270B0185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561827" y="1968399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24" name="Tijdelijke aanduiding voor tekst 66">
            <a:extLst>
              <a:ext uri="{FF2B5EF4-FFF2-40B4-BE49-F238E27FC236}">
                <a16:creationId xmlns:a16="http://schemas.microsoft.com/office/drawing/2014/main" id="{BC0BF9A9-69AA-044E-9DFA-1DF1F8BD830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61827" y="2367256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25" name="Tijdelijke aanduiding voor tekst 66">
            <a:extLst>
              <a:ext uri="{FF2B5EF4-FFF2-40B4-BE49-F238E27FC236}">
                <a16:creationId xmlns:a16="http://schemas.microsoft.com/office/drawing/2014/main" id="{61EC19B2-4485-A031-2123-529080A9D80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561827" y="2695867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26" name="Tijdelijke aanduiding voor tekst 11">
            <a:extLst>
              <a:ext uri="{FF2B5EF4-FFF2-40B4-BE49-F238E27FC236}">
                <a16:creationId xmlns:a16="http://schemas.microsoft.com/office/drawing/2014/main" id="{23D1466F-604E-B1ED-FFE8-3862FC53631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561827" y="3261848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27" name="Tijdelijke aanduiding voor tekst 66">
            <a:extLst>
              <a:ext uri="{FF2B5EF4-FFF2-40B4-BE49-F238E27FC236}">
                <a16:creationId xmlns:a16="http://schemas.microsoft.com/office/drawing/2014/main" id="{B80D3476-8BD9-6BDD-1252-63716CE976C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561827" y="3660705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29" name="Tijdelijke aanduiding voor tekst 66">
            <a:extLst>
              <a:ext uri="{FF2B5EF4-FFF2-40B4-BE49-F238E27FC236}">
                <a16:creationId xmlns:a16="http://schemas.microsoft.com/office/drawing/2014/main" id="{B8EE2EAA-E878-0A92-9773-CCFD8540C72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561827" y="3989316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49" name="Tijdelijke aanduiding voor tekst 11">
            <a:extLst>
              <a:ext uri="{FF2B5EF4-FFF2-40B4-BE49-F238E27FC236}">
                <a16:creationId xmlns:a16="http://schemas.microsoft.com/office/drawing/2014/main" id="{9C6108A2-42C6-988D-CA33-C7356574AD6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561827" y="4526857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57" name="Tijdelijke aanduiding voor tekst 66">
            <a:extLst>
              <a:ext uri="{FF2B5EF4-FFF2-40B4-BE49-F238E27FC236}">
                <a16:creationId xmlns:a16="http://schemas.microsoft.com/office/drawing/2014/main" id="{923F9305-33AD-33F8-5EB7-1EBDB1E8808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561827" y="4925714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58" name="Tijdelijke aanduiding voor tekst 66">
            <a:extLst>
              <a:ext uri="{FF2B5EF4-FFF2-40B4-BE49-F238E27FC236}">
                <a16:creationId xmlns:a16="http://schemas.microsoft.com/office/drawing/2014/main" id="{4EBDCA8F-F80A-0B44-4C32-D0D9656B01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561827" y="5254325"/>
            <a:ext cx="3282012" cy="368044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59" name="Tijdelijke aanduiding voor tekst 66">
            <a:extLst>
              <a:ext uri="{FF2B5EF4-FFF2-40B4-BE49-F238E27FC236}">
                <a16:creationId xmlns:a16="http://schemas.microsoft.com/office/drawing/2014/main" id="{E66D8A38-65EC-DFE7-B238-31A188AC2B1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21236" y="4146805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60" name="Tijdelijke aanduiding voor tekst 11">
            <a:extLst>
              <a:ext uri="{FF2B5EF4-FFF2-40B4-BE49-F238E27FC236}">
                <a16:creationId xmlns:a16="http://schemas.microsoft.com/office/drawing/2014/main" id="{B1EC05AB-5FDF-E2B8-96E4-DB9F17B0A43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436512" y="1208652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61" name="Tijdelijke aanduiding voor tekst 66">
            <a:extLst>
              <a:ext uri="{FF2B5EF4-FFF2-40B4-BE49-F238E27FC236}">
                <a16:creationId xmlns:a16="http://schemas.microsoft.com/office/drawing/2014/main" id="{76C369E5-6C74-8A91-B66D-AEDDFF3DCEA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436511" y="1607509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62" name="Tijdelijke aanduiding voor tekst 66">
            <a:extLst>
              <a:ext uri="{FF2B5EF4-FFF2-40B4-BE49-F238E27FC236}">
                <a16:creationId xmlns:a16="http://schemas.microsoft.com/office/drawing/2014/main" id="{F62F3BF5-C38B-C7ED-FA9A-B8360A5519C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436511" y="1936120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63" name="Tijdelijke aanduiding voor tekst 11">
            <a:extLst>
              <a:ext uri="{FF2B5EF4-FFF2-40B4-BE49-F238E27FC236}">
                <a16:creationId xmlns:a16="http://schemas.microsoft.com/office/drawing/2014/main" id="{8072AD5E-674E-79F1-3A95-1B0FEBB8F18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36512" y="2447786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/>
              <a:t>NR.</a:t>
            </a:r>
          </a:p>
        </p:txBody>
      </p:sp>
      <p:sp>
        <p:nvSpPr>
          <p:cNvPr id="64" name="Tijdelijke aanduiding voor tekst 66">
            <a:extLst>
              <a:ext uri="{FF2B5EF4-FFF2-40B4-BE49-F238E27FC236}">
                <a16:creationId xmlns:a16="http://schemas.microsoft.com/office/drawing/2014/main" id="{E1BF411C-D145-67CB-535D-62AF4A9C88E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436511" y="2846643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65" name="Tijdelijke aanduiding voor tekst 66">
            <a:extLst>
              <a:ext uri="{FF2B5EF4-FFF2-40B4-BE49-F238E27FC236}">
                <a16:creationId xmlns:a16="http://schemas.microsoft.com/office/drawing/2014/main" id="{A7F090B8-B0D0-8527-2695-F2394F24BDA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436511" y="3175254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66" name="Tijdelijke aanduiding voor tekst 11">
            <a:extLst>
              <a:ext uri="{FF2B5EF4-FFF2-40B4-BE49-F238E27FC236}">
                <a16:creationId xmlns:a16="http://schemas.microsoft.com/office/drawing/2014/main" id="{CF30863C-F3A4-0123-944E-381B5E8A135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436512" y="3741235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67" name="Tijdelijke aanduiding voor tekst 66">
            <a:extLst>
              <a:ext uri="{FF2B5EF4-FFF2-40B4-BE49-F238E27FC236}">
                <a16:creationId xmlns:a16="http://schemas.microsoft.com/office/drawing/2014/main" id="{AF09A321-2884-CC78-9EE4-2AA9FCA17C4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436511" y="4468703"/>
            <a:ext cx="3359883" cy="328611"/>
          </a:xfrm>
        </p:spPr>
        <p:txBody>
          <a:bodyPr lIns="0">
            <a:no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  <p:sp>
        <p:nvSpPr>
          <p:cNvPr id="68" name="Tijdelijke aanduiding voor tekst 11">
            <a:extLst>
              <a:ext uri="{FF2B5EF4-FFF2-40B4-BE49-F238E27FC236}">
                <a16:creationId xmlns:a16="http://schemas.microsoft.com/office/drawing/2014/main" id="{386B7D5D-5B6C-4776-DB64-90FFB0E5E9F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436512" y="5006244"/>
            <a:ext cx="629981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3000" b="0" i="0" baseline="0">
                <a:solidFill>
                  <a:schemeClr val="tx2"/>
                </a:solidFill>
                <a:latin typeface="Lora Regular Roman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NR.</a:t>
            </a:r>
          </a:p>
        </p:txBody>
      </p:sp>
      <p:sp>
        <p:nvSpPr>
          <p:cNvPr id="69" name="Tijdelijke aanduiding voor tekst 66">
            <a:extLst>
              <a:ext uri="{FF2B5EF4-FFF2-40B4-BE49-F238E27FC236}">
                <a16:creationId xmlns:a16="http://schemas.microsoft.com/office/drawing/2014/main" id="{203D7FBE-9D23-397C-2346-45DD9CC374F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436511" y="5405101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70" name="Tijdelijke aanduiding voor tekst 66">
            <a:extLst>
              <a:ext uri="{FF2B5EF4-FFF2-40B4-BE49-F238E27FC236}">
                <a16:creationId xmlns:a16="http://schemas.microsoft.com/office/drawing/2014/main" id="{A285E1F3-31AF-56D3-3DF2-25EA2325A5C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436511" y="4146805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/>
              <a:t>Hoofdstuk</a:t>
            </a:r>
          </a:p>
        </p:txBody>
      </p:sp>
      <p:sp>
        <p:nvSpPr>
          <p:cNvPr id="71" name="Tijdelijke aanduiding voor tekst 66">
            <a:extLst>
              <a:ext uri="{FF2B5EF4-FFF2-40B4-BE49-F238E27FC236}">
                <a16:creationId xmlns:a16="http://schemas.microsoft.com/office/drawing/2014/main" id="{F6FB0E46-95DF-75CE-AB72-81A2C84D58CC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422223" y="5733712"/>
            <a:ext cx="3359883" cy="328611"/>
          </a:xfrm>
        </p:spPr>
        <p:txBody>
          <a:bodyPr lIns="0">
            <a:normAutofit/>
          </a:bodyPr>
          <a:lstStyle>
            <a:lvl1pPr marL="0" indent="0" algn="l" rtl="0">
              <a:buNone/>
              <a:defRPr sz="1600" b="0" i="0" baseline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1600" b="0" i="0">
                <a:solidFill>
                  <a:schemeClr val="tx2"/>
                </a:solidFill>
                <a:latin typeface="Lora Medium Roman" pitchFamily="2" charset="77"/>
              </a:defRPr>
            </a:lvl2pPr>
          </a:lstStyle>
          <a:p>
            <a:pPr lvl="0"/>
            <a:r>
              <a:rPr lang="nl-NL" dirty="0" err="1"/>
              <a:t>Subrubriek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7087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-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2DBB06DD-9E25-DE99-31C3-52113526958C}"/>
              </a:ext>
            </a:extLst>
          </p:cNvPr>
          <p:cNvSpPr/>
          <p:nvPr userDrawn="1"/>
        </p:nvSpPr>
        <p:spPr>
          <a:xfrm>
            <a:off x="-451413" y="-625033"/>
            <a:ext cx="13206714" cy="8021256"/>
          </a:xfrm>
          <a:prstGeom prst="rect">
            <a:avLst/>
          </a:prstGeom>
          <a:solidFill>
            <a:srgbClr val="D922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ijdelijke aanduiding voor afbeelding 2">
            <a:extLst>
              <a:ext uri="{FF2B5EF4-FFF2-40B4-BE49-F238E27FC236}">
                <a16:creationId xmlns:a16="http://schemas.microsoft.com/office/drawing/2014/main" id="{F69B066B-B5DD-F29F-727B-905E579A9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451413" y="-625033"/>
            <a:ext cx="6577230" cy="42088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0A37616-8A79-F758-820B-817F5483C6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6488" y="2918302"/>
            <a:ext cx="5600590" cy="3939698"/>
          </a:xfrm>
        </p:spPr>
        <p:txBody>
          <a:bodyPr lIns="0" anchor="t" anchorCtr="0"/>
          <a:lstStyle>
            <a:lvl1pPr algn="l">
              <a:defRPr sz="6000" b="0" cap="all" baseline="0">
                <a:solidFill>
                  <a:schemeClr val="bg1"/>
                </a:solidFill>
                <a:latin typeface="Poppins ExtraBold" pitchFamily="2" charset="77"/>
              </a:defRPr>
            </a:lvl1pPr>
          </a:lstStyle>
          <a:p>
            <a:r>
              <a:rPr lang="nl-NL" dirty="0"/>
              <a:t>Hoger onderwijs in Vlaanderen</a:t>
            </a:r>
            <a:endParaRPr lang="nl-BE" dirty="0"/>
          </a:p>
        </p:txBody>
      </p:sp>
      <p:sp>
        <p:nvSpPr>
          <p:cNvPr id="10" name="Tijdelijke aanduiding voor tekst 11">
            <a:extLst>
              <a:ext uri="{FF2B5EF4-FFF2-40B4-BE49-F238E27FC236}">
                <a16:creationId xmlns:a16="http://schemas.microsoft.com/office/drawing/2014/main" id="{27778A70-C231-ED13-B3E5-E98BD4A623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36704" y="2899114"/>
            <a:ext cx="689113" cy="917513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lIns="0" tIns="180000" rIns="0" bIns="180000" anchor="b" anchorCtr="0">
            <a:spAutoFit/>
          </a:bodyPr>
          <a:lstStyle>
            <a:lvl1pPr marL="0" indent="0" algn="r">
              <a:buNone/>
              <a:defRPr sz="4000" b="0" i="0" baseline="0">
                <a:solidFill>
                  <a:schemeClr val="bg1"/>
                </a:solidFill>
                <a:latin typeface="Lora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1.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64E4442-D622-CA53-0370-8ADF61ACD8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" r="32581"/>
          <a:stretch/>
        </p:blipFill>
        <p:spPr>
          <a:xfrm>
            <a:off x="10152000" y="113094"/>
            <a:ext cx="2592000" cy="210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04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2DBB06DD-9E25-DE99-31C3-52113526958C}"/>
              </a:ext>
            </a:extLst>
          </p:cNvPr>
          <p:cNvSpPr/>
          <p:nvPr userDrawn="1"/>
        </p:nvSpPr>
        <p:spPr>
          <a:xfrm>
            <a:off x="-451413" y="-625033"/>
            <a:ext cx="13206714" cy="8021256"/>
          </a:xfrm>
          <a:prstGeom prst="rect">
            <a:avLst/>
          </a:prstGeom>
          <a:solidFill>
            <a:srgbClr val="D922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0A37616-8A79-F758-820B-817F5483C6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4631" y="2456400"/>
            <a:ext cx="7786068" cy="4711223"/>
          </a:xfrm>
        </p:spPr>
        <p:txBody>
          <a:bodyPr lIns="0" anchor="t" anchorCtr="0"/>
          <a:lstStyle>
            <a:lvl1pPr algn="l">
              <a:defRPr sz="6000" b="0" cap="all" baseline="0">
                <a:solidFill>
                  <a:schemeClr val="bg1"/>
                </a:solidFill>
                <a:latin typeface="Poppins ExtraBold" pitchFamily="2" charset="77"/>
              </a:defRPr>
            </a:lvl1pPr>
          </a:lstStyle>
          <a:p>
            <a:r>
              <a:rPr lang="nl-NL" dirty="0"/>
              <a:t>Hoger onderwijs in Vlaanderen</a:t>
            </a:r>
            <a:endParaRPr lang="nl-BE" dirty="0"/>
          </a:p>
        </p:txBody>
      </p:sp>
      <p:sp>
        <p:nvSpPr>
          <p:cNvPr id="10" name="Tijdelijke aanduiding voor tekst 11">
            <a:extLst>
              <a:ext uri="{FF2B5EF4-FFF2-40B4-BE49-F238E27FC236}">
                <a16:creationId xmlns:a16="http://schemas.microsoft.com/office/drawing/2014/main" id="{27778A70-C231-ED13-B3E5-E98BD4A623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84847" y="2456400"/>
            <a:ext cx="689113" cy="917513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lIns="0" tIns="180000" rIns="0" bIns="180000" anchor="b" anchorCtr="0">
            <a:spAutoFit/>
          </a:bodyPr>
          <a:lstStyle>
            <a:lvl1pPr marL="0" indent="0" algn="r">
              <a:buNone/>
              <a:defRPr sz="4000" b="0" i="0" baseline="0">
                <a:solidFill>
                  <a:schemeClr val="bg1"/>
                </a:solidFill>
                <a:latin typeface="Lora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en-GB" dirty="0"/>
              <a:t>1.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64E4442-D622-CA53-0370-8ADF61ACD8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" r="32581"/>
          <a:stretch/>
        </p:blipFill>
        <p:spPr>
          <a:xfrm>
            <a:off x="10152000" y="113094"/>
            <a:ext cx="2592000" cy="210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73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grijze smile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Afbeelding 22">
            <a:extLst>
              <a:ext uri="{FF2B5EF4-FFF2-40B4-BE49-F238E27FC236}">
                <a16:creationId xmlns:a16="http://schemas.microsoft.com/office/drawing/2014/main" id="{938AA666-25A9-EEFC-C3BA-11D0E0752F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EA98981D-F753-CA6B-C9F1-18A38B3A1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63887"/>
            <a:ext cx="9104271" cy="406496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19" name="Tijdelijke aanduiding voor tekst 19">
            <a:extLst>
              <a:ext uri="{FF2B5EF4-FFF2-40B4-BE49-F238E27FC236}">
                <a16:creationId xmlns:a16="http://schemas.microsoft.com/office/drawing/2014/main" id="{D8309F4F-B216-C6EF-A1C6-A0632381745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461384"/>
            <a:ext cx="11008128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3" name="Tijdelijke aanduiding voor inhoud 4">
            <a:extLst>
              <a:ext uri="{FF2B5EF4-FFF2-40B4-BE49-F238E27FC236}">
                <a16:creationId xmlns:a16="http://schemas.microsoft.com/office/drawing/2014/main" id="{F61E5CA1-FB40-2D80-4587-56D592BF00B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1912938" y="1666875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1A34C24-1419-9A42-0E92-30E698F452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72647184-9327-255E-018B-BD8A3256EA4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6" name="Tijdelijke aanduiding voor inhoud 4">
            <a:extLst>
              <a:ext uri="{FF2B5EF4-FFF2-40B4-BE49-F238E27FC236}">
                <a16:creationId xmlns:a16="http://schemas.microsoft.com/office/drawing/2014/main" id="{1D83FEE4-0E27-678A-59CB-21E1C5CACB30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00091" y="1666875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84608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rode smile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>
            <a:extLst>
              <a:ext uri="{FF2B5EF4-FFF2-40B4-BE49-F238E27FC236}">
                <a16:creationId xmlns:a16="http://schemas.microsoft.com/office/drawing/2014/main" id="{74A99B2D-BA03-AA4E-2BCC-15A48AAD55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19" name="Tijdelijke aanduiding voor tekst 19">
            <a:extLst>
              <a:ext uri="{FF2B5EF4-FFF2-40B4-BE49-F238E27FC236}">
                <a16:creationId xmlns:a16="http://schemas.microsoft.com/office/drawing/2014/main" id="{D8309F4F-B216-C6EF-A1C6-A0632381745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2" y="461384"/>
            <a:ext cx="11017485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4AF3F0C-4D45-F180-BE67-521438EADB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0D67A8-41C1-8C18-D69A-232960775D9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32E97574-9D86-686B-9163-DC4AB34A0B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63887"/>
            <a:ext cx="9104271" cy="406496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12" name="Tijdelijke aanduiding voor inhoud 4">
            <a:extLst>
              <a:ext uri="{FF2B5EF4-FFF2-40B4-BE49-F238E27FC236}">
                <a16:creationId xmlns:a16="http://schemas.microsoft.com/office/drawing/2014/main" id="{28263D67-D7F0-29D8-7973-9D3EE49BACC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1912938" y="1666875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3" name="Tijdelijke aanduiding voor inhoud 4">
            <a:extLst>
              <a:ext uri="{FF2B5EF4-FFF2-40B4-BE49-F238E27FC236}">
                <a16:creationId xmlns:a16="http://schemas.microsoft.com/office/drawing/2014/main" id="{A047A79C-37DF-7010-84A5-FB3E10E3AE7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00091" y="1666875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19844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rode smile 2 kolommen roo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F22CBB7F-67A1-20A9-75B7-EB2930538E65}"/>
              </a:ext>
            </a:extLst>
          </p:cNvPr>
          <p:cNvSpPr/>
          <p:nvPr userDrawn="1"/>
        </p:nvSpPr>
        <p:spPr>
          <a:xfrm>
            <a:off x="6567777" y="1391479"/>
            <a:ext cx="4635611" cy="5480086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A7F2C4C-C84D-2D94-7768-091A10946C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B00565A6-25AB-6C1C-A312-BB5DB2D57A3C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7601CA0-68A0-FEE4-A252-86690033C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9" name="Tijdelijke aanduiding voor tekst 19">
            <a:extLst>
              <a:ext uri="{FF2B5EF4-FFF2-40B4-BE49-F238E27FC236}">
                <a16:creationId xmlns:a16="http://schemas.microsoft.com/office/drawing/2014/main" id="{D378712B-5A68-7BB9-E224-127B5EF98F9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2" y="461384"/>
            <a:ext cx="11203389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0A24F81-3A74-568A-1433-8E4A716758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63887"/>
            <a:ext cx="9104271" cy="406496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11" name="Tijdelijke aanduiding voor inhoud 4">
            <a:extLst>
              <a:ext uri="{FF2B5EF4-FFF2-40B4-BE49-F238E27FC236}">
                <a16:creationId xmlns:a16="http://schemas.microsoft.com/office/drawing/2014/main" id="{BE3741B0-8A55-1480-FD4C-381F6ED23EEF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1912938" y="1666875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2" name="Tijdelijke aanduiding voor inhoud 4">
            <a:extLst>
              <a:ext uri="{FF2B5EF4-FFF2-40B4-BE49-F238E27FC236}">
                <a16:creationId xmlns:a16="http://schemas.microsoft.com/office/drawing/2014/main" id="{7C64A90B-15B8-8AF4-0122-709B8DE919C3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00091" y="1666875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1"/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1"/>
                </a:solidFill>
                <a:latin typeface="Poppins Light" pitchFamily="2" charset="77"/>
              </a:defRPr>
            </a:lvl2pPr>
            <a:lvl3pPr marL="533400" indent="-173038" algn="l" defTabSz="360000" rtl="0">
              <a:buClr>
                <a:schemeClr val="tx1"/>
              </a:buClr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1"/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1"/>
                </a:solidFill>
                <a:latin typeface="Poppins Light" pitchFamily="2" charset="77"/>
              </a:defRPr>
            </a:lvl4pPr>
            <a:lvl5pPr marL="854075" indent="-133350" algn="l" defTabSz="360000" rtl="0">
              <a:buClr>
                <a:schemeClr val="tx1"/>
              </a:buClr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1"/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033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grijze smile 2 kolommen grij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F22CBB7F-67A1-20A9-75B7-EB2930538E65}"/>
              </a:ext>
            </a:extLst>
          </p:cNvPr>
          <p:cNvSpPr/>
          <p:nvPr userDrawn="1"/>
        </p:nvSpPr>
        <p:spPr>
          <a:xfrm>
            <a:off x="6567777" y="1391479"/>
            <a:ext cx="4635611" cy="54665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891B1DE-DF42-28E3-67ED-70B204BE36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CA8F686-BB2B-01C5-21A0-EBD4CF971ED7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E47EE03-BFA3-C7C5-8806-EDD4428060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8" name="Tijdelijke aanduiding voor tekst 19">
            <a:extLst>
              <a:ext uri="{FF2B5EF4-FFF2-40B4-BE49-F238E27FC236}">
                <a16:creationId xmlns:a16="http://schemas.microsoft.com/office/drawing/2014/main" id="{9A41BE9D-2888-1D0B-346D-270B3E6CCF7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461384"/>
            <a:ext cx="11203388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950F2BE-A07F-32CF-A3F5-2A19D6ACD9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63887"/>
            <a:ext cx="9104271" cy="406496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4" name="Tijdelijke aanduiding voor inhoud 4">
            <a:extLst>
              <a:ext uri="{FF2B5EF4-FFF2-40B4-BE49-F238E27FC236}">
                <a16:creationId xmlns:a16="http://schemas.microsoft.com/office/drawing/2014/main" id="{2CC783D1-4A51-8BD0-7328-59C6B8A7610C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1913213" y="1699833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2" name="Tijdelijke aanduiding voor inhoud 4">
            <a:extLst>
              <a:ext uri="{FF2B5EF4-FFF2-40B4-BE49-F238E27FC236}">
                <a16:creationId xmlns:a16="http://schemas.microsoft.com/office/drawing/2014/main" id="{66A6157B-F2B7-DAC2-40CA-FB8A239207C4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731563" y="1699833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96008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grijze smile 2 kolommen aflopende foto grij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F677C7D8-A711-8954-6416-981791FFBF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3" name="Tijdelijke aanduiding voor tekst 19">
            <a:extLst>
              <a:ext uri="{FF2B5EF4-FFF2-40B4-BE49-F238E27FC236}">
                <a16:creationId xmlns:a16="http://schemas.microsoft.com/office/drawing/2014/main" id="{7207071E-FA61-A79F-074C-B4733E6FA9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461384"/>
            <a:ext cx="12192000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17" name="Tijdelijke aanduiding voor dianummer 5">
            <a:extLst>
              <a:ext uri="{FF2B5EF4-FFF2-40B4-BE49-F238E27FC236}">
                <a16:creationId xmlns:a16="http://schemas.microsoft.com/office/drawing/2014/main" id="{15EA3FB4-C128-0830-7692-A925F6E2379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587655" y="63247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A98981D-F753-CA6B-C9F1-18A38B3A1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4" y="977333"/>
            <a:ext cx="4320000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9A324E9D-4FE9-5486-3918-B2BB6BA9052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45263" y="1"/>
            <a:ext cx="5646737" cy="68580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ijdelijke aanduiding voor inhoud 4">
            <a:extLst>
              <a:ext uri="{FF2B5EF4-FFF2-40B4-BE49-F238E27FC236}">
                <a16:creationId xmlns:a16="http://schemas.microsoft.com/office/drawing/2014/main" id="{9323C093-BBC1-9F44-E96E-F5771C88B21D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1913213" y="1699833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483339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grijze smile 2 kolommen aflopende foto 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5DEA5EC-6098-BE46-8943-2EE979EF05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4" name="Tijdelijke aanduiding voor tekst 19">
            <a:extLst>
              <a:ext uri="{FF2B5EF4-FFF2-40B4-BE49-F238E27FC236}">
                <a16:creationId xmlns:a16="http://schemas.microsoft.com/office/drawing/2014/main" id="{47EFB027-4844-23A9-C15D-3CFA2C0DDC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2" y="461384"/>
            <a:ext cx="12192001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17" name="Tijdelijke aanduiding voor dianummer 5">
            <a:extLst>
              <a:ext uri="{FF2B5EF4-FFF2-40B4-BE49-F238E27FC236}">
                <a16:creationId xmlns:a16="http://schemas.microsoft.com/office/drawing/2014/main" id="{15EA3FB4-C128-0830-7692-A925F6E2379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587655" y="63247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9A324E9D-4FE9-5486-3918-B2BB6BA9052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45263" y="1"/>
            <a:ext cx="5646737" cy="68580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91A8A18-5E25-2DC9-E74F-0D924987B1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4" y="977333"/>
            <a:ext cx="4320000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2" name="Tijdelijke aanduiding voor inhoud 4">
            <a:extLst>
              <a:ext uri="{FF2B5EF4-FFF2-40B4-BE49-F238E27FC236}">
                <a16:creationId xmlns:a16="http://schemas.microsoft.com/office/drawing/2014/main" id="{A6DB8CB6-033B-7723-CC16-CEB06D20DE2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1913213" y="1699833"/>
            <a:ext cx="4308037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654022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titel aflopende foto 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dianummer 5">
            <a:extLst>
              <a:ext uri="{FF2B5EF4-FFF2-40B4-BE49-F238E27FC236}">
                <a16:creationId xmlns:a16="http://schemas.microsoft.com/office/drawing/2014/main" id="{15EA3FB4-C128-0830-7692-A925F6E2379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587655" y="63247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A98981D-F753-CA6B-C9F1-18A38B3A1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8238" y="2032267"/>
            <a:ext cx="4307762" cy="2793466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spcAft>
                <a:spcPts val="300"/>
              </a:spcAft>
              <a:defRPr sz="2000" b="1" i="0" kern="1600" baseline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9A324E9D-4FE9-5486-3918-B2BB6BA9052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53576" y="0"/>
            <a:ext cx="5638424" cy="68580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585E4278-D2CB-699B-089E-2B177D9DF9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41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met horizontale foto - ond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27798ABC-275B-DC4C-6787-A3A0BED3770B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587655" y="63247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8" name="Tijdelijke aanduiding voor afbeelding 5">
            <a:extLst>
              <a:ext uri="{FF2B5EF4-FFF2-40B4-BE49-F238E27FC236}">
                <a16:creationId xmlns:a16="http://schemas.microsoft.com/office/drawing/2014/main" id="{D2C239AA-DC65-FD9B-4393-6859CA96BF6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707118" y="315065"/>
            <a:ext cx="9276537" cy="4991357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DDCD6E79-7737-D726-841D-30895682E15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1782" y="5568593"/>
            <a:ext cx="11541874" cy="689163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200"/>
              </a:spcAft>
              <a:buFontTx/>
              <a:buNone/>
              <a:defRPr sz="2000" baseline="0">
                <a:solidFill>
                  <a:srgbClr val="D9222A"/>
                </a:solidFill>
                <a:latin typeface="Poppins ExtraBold" pitchFamily="2" charset="77"/>
              </a:defRPr>
            </a:lvl1pPr>
            <a:lvl2pPr marL="185738" indent="-185738">
              <a:spcAft>
                <a:spcPts val="200"/>
              </a:spcAft>
              <a:tabLst/>
              <a:defRPr sz="1400" baseline="0">
                <a:solidFill>
                  <a:schemeClr val="bg2">
                    <a:lumMod val="10000"/>
                  </a:schemeClr>
                </a:solidFill>
                <a:latin typeface="Poppins Medium" pitchFamily="2" charset="77"/>
              </a:defRPr>
            </a:lvl2pPr>
            <a:lvl3pPr>
              <a:spcAft>
                <a:spcPts val="200"/>
              </a:spcAft>
              <a:defRPr sz="1400" baseline="0">
                <a:solidFill>
                  <a:schemeClr val="bg2">
                    <a:lumMod val="10000"/>
                  </a:schemeClr>
                </a:solidFill>
                <a:latin typeface="Poppins Medium" pitchFamily="2" charset="77"/>
              </a:defRPr>
            </a:lvl3pPr>
            <a:lvl4pPr>
              <a:spcAft>
                <a:spcPts val="200"/>
              </a:spcAft>
              <a:defRPr sz="1400" baseline="0">
                <a:solidFill>
                  <a:schemeClr val="bg2">
                    <a:lumMod val="10000"/>
                  </a:schemeClr>
                </a:solidFill>
                <a:latin typeface="Poppins Medium" pitchFamily="2" charset="77"/>
              </a:defRPr>
            </a:lvl4pPr>
            <a:lvl5pPr>
              <a:spcAft>
                <a:spcPts val="200"/>
              </a:spcAft>
              <a:defRPr sz="1400" baseline="0">
                <a:solidFill>
                  <a:schemeClr val="bg2">
                    <a:lumMod val="10000"/>
                  </a:schemeClr>
                </a:solidFill>
                <a:latin typeface="Poppins Medium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1D5CD0C-71E5-66B4-9DE2-8AB68AFFD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78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grijze smile 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F22CBB7F-67A1-20A9-75B7-EB2930538E65}"/>
              </a:ext>
            </a:extLst>
          </p:cNvPr>
          <p:cNvSpPr/>
          <p:nvPr userDrawn="1"/>
        </p:nvSpPr>
        <p:spPr>
          <a:xfrm>
            <a:off x="4921857" y="1546411"/>
            <a:ext cx="3286341" cy="53789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CD85C40-D37D-E368-DE37-26FCDC9AD0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E44B7C80-41D2-F270-6D28-9C3CD43065EC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8F1CB64-31F0-7693-DE8C-23C10CB4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9" name="Tijdelijke aanduiding voor tekst 19">
            <a:extLst>
              <a:ext uri="{FF2B5EF4-FFF2-40B4-BE49-F238E27FC236}">
                <a16:creationId xmlns:a16="http://schemas.microsoft.com/office/drawing/2014/main" id="{154CA6D6-1850-56F6-48D4-3C656DC39E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461384"/>
            <a:ext cx="11245572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7B47BF9-03EA-DBA1-17F1-6F3B8618B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77333"/>
            <a:ext cx="9332359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13" name="Tijdelijke aanduiding voor inhoud 4">
            <a:extLst>
              <a:ext uri="{FF2B5EF4-FFF2-40B4-BE49-F238E27FC236}">
                <a16:creationId xmlns:a16="http://schemas.microsoft.com/office/drawing/2014/main" id="{B5B8B8B4-2266-C770-DF1F-F3096001499C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5072896" y="1707776"/>
            <a:ext cx="2955982" cy="5005025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Tijdelijke aanduiding voor inhoud 4">
            <a:extLst>
              <a:ext uri="{FF2B5EF4-FFF2-40B4-BE49-F238E27FC236}">
                <a16:creationId xmlns:a16="http://schemas.microsoft.com/office/drawing/2014/main" id="{2DCA00AC-A07B-28B5-A6D4-2833E8289612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1920424" y="1876122"/>
            <a:ext cx="2763989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EF4CA6C-4D7C-B75F-7946-E5207F81EE2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404351" y="1876122"/>
            <a:ext cx="2763989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570149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rode smile 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3033C4CD-1F4A-6C8D-B3AE-1166A9A66E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D9388025-0028-BAC5-763B-FB3180553FF3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9886827-64CD-F3A1-65CF-003B2CE652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11" name="Tijdelijke aanduiding voor tekst 19">
            <a:extLst>
              <a:ext uri="{FF2B5EF4-FFF2-40B4-BE49-F238E27FC236}">
                <a16:creationId xmlns:a16="http://schemas.microsoft.com/office/drawing/2014/main" id="{AE33C2CC-0A37-7CB1-BFAB-0FC15BECAF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2" y="461384"/>
            <a:ext cx="11233131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4FF03FB-995E-DD38-7049-AC25C5BA7E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77333"/>
            <a:ext cx="9319917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9ECC15E-51C4-6F1F-0DB8-1315F2379FA8}"/>
              </a:ext>
            </a:extLst>
          </p:cNvPr>
          <p:cNvSpPr/>
          <p:nvPr userDrawn="1"/>
        </p:nvSpPr>
        <p:spPr>
          <a:xfrm>
            <a:off x="4921857" y="1546411"/>
            <a:ext cx="3286341" cy="5378941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jdelijke aanduiding voor inhoud 4">
            <a:extLst>
              <a:ext uri="{FF2B5EF4-FFF2-40B4-BE49-F238E27FC236}">
                <a16:creationId xmlns:a16="http://schemas.microsoft.com/office/drawing/2014/main" id="{2AE7B8C5-906D-1A42-2040-53EDBB9E019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5072896" y="1707776"/>
            <a:ext cx="2955982" cy="5005025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1"/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1"/>
                </a:solidFill>
                <a:latin typeface="Poppins Light" pitchFamily="2" charset="77"/>
              </a:defRPr>
            </a:lvl2pPr>
            <a:lvl3pPr marL="533400" indent="-173038" algn="l" defTabSz="360000" rtl="0">
              <a:buClr>
                <a:schemeClr val="tx1"/>
              </a:buClr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1"/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1"/>
                </a:solidFill>
                <a:latin typeface="Poppins Light" pitchFamily="2" charset="77"/>
              </a:defRPr>
            </a:lvl4pPr>
            <a:lvl5pPr marL="854075" indent="-133350" algn="l" defTabSz="360000" rtl="0">
              <a:buClr>
                <a:schemeClr val="tx1"/>
              </a:buClr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1"/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3" name="Tijdelijke aanduiding voor inhoud 4">
            <a:extLst>
              <a:ext uri="{FF2B5EF4-FFF2-40B4-BE49-F238E27FC236}">
                <a16:creationId xmlns:a16="http://schemas.microsoft.com/office/drawing/2014/main" id="{AA8B4B5E-D194-49E2-64B8-282272BC3ED4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1920424" y="1876122"/>
            <a:ext cx="2763989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Tijdelijke aanduiding voor inhoud 4">
            <a:extLst>
              <a:ext uri="{FF2B5EF4-FFF2-40B4-BE49-F238E27FC236}">
                <a16:creationId xmlns:a16="http://schemas.microsoft.com/office/drawing/2014/main" id="{3610A935-4519-2AB2-D48A-3944C9590B84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404351" y="1876122"/>
            <a:ext cx="2763989" cy="4849813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933792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jdelijke aanduiding voor grafiek 4">
            <a:extLst>
              <a:ext uri="{FF2B5EF4-FFF2-40B4-BE49-F238E27FC236}">
                <a16:creationId xmlns:a16="http://schemas.microsoft.com/office/drawing/2014/main" id="{B9C3F200-6281-6492-80B6-01F499AC1C7F}"/>
              </a:ext>
            </a:extLst>
          </p:cNvPr>
          <p:cNvSpPr>
            <a:spLocks noGrp="1"/>
          </p:cNvSpPr>
          <p:nvPr>
            <p:ph type="chart" sz="quarter" idx="31" hasCustomPrompt="1"/>
          </p:nvPr>
        </p:nvSpPr>
        <p:spPr>
          <a:xfrm>
            <a:off x="1913213" y="1819034"/>
            <a:ext cx="2803525" cy="4316413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nl-BE" dirty="0"/>
              <a:t>grafiekbeschrijving</a:t>
            </a:r>
          </a:p>
        </p:txBody>
      </p:sp>
      <p:sp>
        <p:nvSpPr>
          <p:cNvPr id="25" name="Tijdelijke aanduiding voor grafiek 4">
            <a:extLst>
              <a:ext uri="{FF2B5EF4-FFF2-40B4-BE49-F238E27FC236}">
                <a16:creationId xmlns:a16="http://schemas.microsoft.com/office/drawing/2014/main" id="{8CFB4935-B6CD-F1D1-4E13-A327A1B85BD4}"/>
              </a:ext>
            </a:extLst>
          </p:cNvPr>
          <p:cNvSpPr>
            <a:spLocks noGrp="1"/>
          </p:cNvSpPr>
          <p:nvPr>
            <p:ph type="chart" sz="quarter" idx="33" hasCustomPrompt="1"/>
          </p:nvPr>
        </p:nvSpPr>
        <p:spPr>
          <a:xfrm>
            <a:off x="4985669" y="1553971"/>
            <a:ext cx="3249774" cy="5003475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nl-BE" dirty="0"/>
              <a:t>grafiekbeschrijving</a:t>
            </a:r>
          </a:p>
        </p:txBody>
      </p:sp>
      <p:sp>
        <p:nvSpPr>
          <p:cNvPr id="26" name="Tijdelijke aanduiding voor grafiek 4">
            <a:extLst>
              <a:ext uri="{FF2B5EF4-FFF2-40B4-BE49-F238E27FC236}">
                <a16:creationId xmlns:a16="http://schemas.microsoft.com/office/drawing/2014/main" id="{59890FBA-375C-B588-212D-5805D85450A0}"/>
              </a:ext>
            </a:extLst>
          </p:cNvPr>
          <p:cNvSpPr>
            <a:spLocks noGrp="1"/>
          </p:cNvSpPr>
          <p:nvPr>
            <p:ph type="chart" sz="quarter" idx="34" hasCustomPrompt="1"/>
          </p:nvPr>
        </p:nvSpPr>
        <p:spPr>
          <a:xfrm>
            <a:off x="8429760" y="1819034"/>
            <a:ext cx="2803525" cy="4316413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nl-BE" dirty="0"/>
              <a:t>grafiekbeschrijving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13E88C9-7756-DAC0-AD82-6BE2D923AA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CBF76BFB-41EC-351F-77E6-493BA9D1E7B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49CDBA2-D824-4065-DEBB-C11ECEDF9B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5" name="Tijdelijke aanduiding voor tekst 19">
            <a:extLst>
              <a:ext uri="{FF2B5EF4-FFF2-40B4-BE49-F238E27FC236}">
                <a16:creationId xmlns:a16="http://schemas.microsoft.com/office/drawing/2014/main" id="{EF13AEF5-2C56-3DA7-47B0-0082A3AD38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-1" y="461384"/>
            <a:ext cx="11233286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912423A-CB1A-EE40-8C6F-C9BDE99962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77333"/>
            <a:ext cx="9332359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945314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ierichting 1 foto studierichting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EA6A82DA-7C1E-D15E-5453-829889221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8" name="Tijdelijke aanduiding voor tekst 19">
            <a:extLst>
              <a:ext uri="{FF2B5EF4-FFF2-40B4-BE49-F238E27FC236}">
                <a16:creationId xmlns:a16="http://schemas.microsoft.com/office/drawing/2014/main" id="{950CEC2E-9A7C-E131-7915-8CBF8D60E2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461384"/>
            <a:ext cx="12192000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7" name="Tijdelijke aanduiding voor afbeelding 2">
            <a:extLst>
              <a:ext uri="{FF2B5EF4-FFF2-40B4-BE49-F238E27FC236}">
                <a16:creationId xmlns:a16="http://schemas.microsoft.com/office/drawing/2014/main" id="{F81DE157-0571-0F6D-54F9-C87860A56C52}"/>
              </a:ext>
            </a:extLst>
          </p:cNvPr>
          <p:cNvSpPr>
            <a:spLocks noGrp="1"/>
          </p:cNvSpPr>
          <p:nvPr>
            <p:ph type="pic" idx="29"/>
          </p:nvPr>
        </p:nvSpPr>
        <p:spPr>
          <a:xfrm>
            <a:off x="6897245" y="0"/>
            <a:ext cx="5294755" cy="549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91FD6F7B-E357-4250-CFF4-9942FD7ECB68}"/>
              </a:ext>
            </a:extLst>
          </p:cNvPr>
          <p:cNvSpPr txBox="1">
            <a:spLocks/>
          </p:cNvSpPr>
          <p:nvPr userDrawn="1"/>
        </p:nvSpPr>
        <p:spPr>
          <a:xfrm>
            <a:off x="6306488" y="2918302"/>
            <a:ext cx="5600590" cy="393969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all" baseline="0">
                <a:solidFill>
                  <a:schemeClr val="tx1"/>
                </a:solidFill>
                <a:latin typeface="Poppins ExtraBold" pitchFamily="2" charset="77"/>
                <a:ea typeface="+mj-ea"/>
                <a:cs typeface="Poppins ExtraBold" pitchFamily="2" charset="77"/>
              </a:defRPr>
            </a:lvl1pPr>
          </a:lstStyle>
          <a:p>
            <a:endParaRPr lang="nl-BE" dirty="0"/>
          </a:p>
        </p:txBody>
      </p:sp>
      <p:sp>
        <p:nvSpPr>
          <p:cNvPr id="27" name="Tijdelijke aanduiding voor tekst 19">
            <a:extLst>
              <a:ext uri="{FF2B5EF4-FFF2-40B4-BE49-F238E27FC236}">
                <a16:creationId xmlns:a16="http://schemas.microsoft.com/office/drawing/2014/main" id="{695122BE-4F43-8259-04E3-518C0667F6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047930" y="1882071"/>
            <a:ext cx="2948884" cy="519373"/>
          </a:xfrm>
          <a:noFill/>
        </p:spPr>
        <p:txBody>
          <a:bodyPr wrap="none" lIns="0" anchor="ctr" anchorCtr="0">
            <a:spAutoFit/>
          </a:bodyPr>
          <a:lstStyle>
            <a:lvl1pPr marL="0" indent="0">
              <a:buNone/>
              <a:defRPr sz="3000" b="1" i="0" cap="none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studierichting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F863047-B482-5458-1A99-802AF55A96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4E7BE94E-DF26-E35C-E514-B4E6FD1C80C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15" name="Tijdelijke aanduiding voor inhoud 4">
            <a:extLst>
              <a:ext uri="{FF2B5EF4-FFF2-40B4-BE49-F238E27FC236}">
                <a16:creationId xmlns:a16="http://schemas.microsoft.com/office/drawing/2014/main" id="{863CCF58-DB63-1167-C71F-6FE93B0F79F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475041" y="2706962"/>
            <a:ext cx="3913270" cy="3163444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213CD9-BDD5-69E9-5CEE-F57DEA8D9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77333"/>
            <a:ext cx="4825517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961412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ierichting 2 foto's studierichting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FB705A8-C701-562C-E043-5ECA588101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9" name="Tijdelijke aanduiding voor tekst 19">
            <a:extLst>
              <a:ext uri="{FF2B5EF4-FFF2-40B4-BE49-F238E27FC236}">
                <a16:creationId xmlns:a16="http://schemas.microsoft.com/office/drawing/2014/main" id="{25179CDC-C967-B833-61E4-0B75747636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461384"/>
            <a:ext cx="12192000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1526500-F4C2-6372-EE38-24DB1F9C1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45839" y="3410976"/>
            <a:ext cx="4341678" cy="3086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7" name="Tijdelijke aanduiding voor afbeelding 2">
            <a:extLst>
              <a:ext uri="{FF2B5EF4-FFF2-40B4-BE49-F238E27FC236}">
                <a16:creationId xmlns:a16="http://schemas.microsoft.com/office/drawing/2014/main" id="{F81DE157-0571-0F6D-54F9-C87860A56C52}"/>
              </a:ext>
            </a:extLst>
          </p:cNvPr>
          <p:cNvSpPr>
            <a:spLocks noGrp="1"/>
          </p:cNvSpPr>
          <p:nvPr>
            <p:ph type="pic" idx="29"/>
          </p:nvPr>
        </p:nvSpPr>
        <p:spPr>
          <a:xfrm>
            <a:off x="9269490" y="360471"/>
            <a:ext cx="2661562" cy="237734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91FD6F7B-E357-4250-CFF4-9942FD7ECB68}"/>
              </a:ext>
            </a:extLst>
          </p:cNvPr>
          <p:cNvSpPr txBox="1">
            <a:spLocks/>
          </p:cNvSpPr>
          <p:nvPr userDrawn="1"/>
        </p:nvSpPr>
        <p:spPr>
          <a:xfrm>
            <a:off x="6306488" y="2918302"/>
            <a:ext cx="5600590" cy="393969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all" baseline="0">
                <a:solidFill>
                  <a:schemeClr val="tx1"/>
                </a:solidFill>
                <a:latin typeface="Poppins ExtraBold" pitchFamily="2" charset="77"/>
                <a:ea typeface="+mj-ea"/>
                <a:cs typeface="Poppins ExtraBold" pitchFamily="2" charset="77"/>
              </a:defRPr>
            </a:lvl1pPr>
          </a:lstStyle>
          <a:p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D311F6A-ACF3-A807-FF2F-F18839274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9C9AB0A-EB4E-1F3D-E23E-7B9491B6D79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2" name="Tijdelijke aanduiding voor tekst 19">
            <a:extLst>
              <a:ext uri="{FF2B5EF4-FFF2-40B4-BE49-F238E27FC236}">
                <a16:creationId xmlns:a16="http://schemas.microsoft.com/office/drawing/2014/main" id="{CAA92FA1-0BC8-73D7-2977-791536C45E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047930" y="1882071"/>
            <a:ext cx="2948884" cy="519373"/>
          </a:xfrm>
          <a:noFill/>
        </p:spPr>
        <p:txBody>
          <a:bodyPr wrap="none" lIns="0" anchor="ctr" anchorCtr="0">
            <a:spAutoFit/>
          </a:bodyPr>
          <a:lstStyle>
            <a:lvl1pPr marL="0" indent="0">
              <a:buNone/>
              <a:defRPr sz="3000" b="1" i="0" cap="none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studierichting</a:t>
            </a:r>
          </a:p>
        </p:txBody>
      </p:sp>
      <p:sp>
        <p:nvSpPr>
          <p:cNvPr id="10" name="Tijdelijke aanduiding voor inhoud 4">
            <a:extLst>
              <a:ext uri="{FF2B5EF4-FFF2-40B4-BE49-F238E27FC236}">
                <a16:creationId xmlns:a16="http://schemas.microsoft.com/office/drawing/2014/main" id="{80E1F9EA-2EF2-5A87-2F07-B4A6FC6AD00D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475041" y="2706962"/>
            <a:ext cx="3913270" cy="3163444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2AC3CB8-2326-A311-D464-9C1B570CE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4" y="977333"/>
            <a:ext cx="7220848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28144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ierichting 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3A5B4605-3F0F-F0B5-8B65-C80EAD2A5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47" t="1" r="57469" b="7424"/>
          <a:stretch/>
        </p:blipFill>
        <p:spPr>
          <a:xfrm rot="10800000">
            <a:off x="15318" y="1675"/>
            <a:ext cx="2160000" cy="2340000"/>
          </a:xfrm>
          <a:prstGeom prst="rect">
            <a:avLst/>
          </a:prstGeom>
        </p:spPr>
      </p:pic>
      <p:sp>
        <p:nvSpPr>
          <p:cNvPr id="11" name="Tijdelijke aanduiding voor tekst 19">
            <a:extLst>
              <a:ext uri="{FF2B5EF4-FFF2-40B4-BE49-F238E27FC236}">
                <a16:creationId xmlns:a16="http://schemas.microsoft.com/office/drawing/2014/main" id="{66D91C77-4AA3-7759-607B-6F9067A361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0" y="461384"/>
            <a:ext cx="12192000" cy="449290"/>
          </a:xfrm>
          <a:solidFill>
            <a:schemeClr val="bg2">
              <a:lumMod val="10000"/>
            </a:schemeClr>
          </a:solidFill>
        </p:spPr>
        <p:txBody>
          <a:bodyPr wrap="square" lIns="756000" tIns="46800" rIns="216000" anchor="ctr" anchorCtr="0">
            <a:spAutoFit/>
          </a:bodyPr>
          <a:lstStyle>
            <a:lvl1pPr marL="0" indent="0">
              <a:buNone/>
              <a:defRPr sz="2500" b="1" i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Titel van de slide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1526500-F4C2-6372-EE38-24DB1F9C1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45839" y="3551691"/>
            <a:ext cx="4341678" cy="308655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7" name="Tijdelijke aanduiding voor afbeelding 2">
            <a:extLst>
              <a:ext uri="{FF2B5EF4-FFF2-40B4-BE49-F238E27FC236}">
                <a16:creationId xmlns:a16="http://schemas.microsoft.com/office/drawing/2014/main" id="{F81DE157-0571-0F6D-54F9-C87860A56C52}"/>
              </a:ext>
            </a:extLst>
          </p:cNvPr>
          <p:cNvSpPr>
            <a:spLocks noGrp="1"/>
          </p:cNvSpPr>
          <p:nvPr>
            <p:ph type="pic" idx="29"/>
          </p:nvPr>
        </p:nvSpPr>
        <p:spPr>
          <a:xfrm>
            <a:off x="9269490" y="360471"/>
            <a:ext cx="2661562" cy="2377343"/>
          </a:xfrm>
        </p:spPr>
        <p:txBody>
          <a:bodyPr>
            <a:normAutofit/>
          </a:bodyPr>
          <a:lstStyle>
            <a:lvl1pPr marL="0" indent="0">
              <a:buNone/>
              <a:defRPr sz="23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91FD6F7B-E357-4250-CFF4-9942FD7ECB68}"/>
              </a:ext>
            </a:extLst>
          </p:cNvPr>
          <p:cNvSpPr txBox="1">
            <a:spLocks/>
          </p:cNvSpPr>
          <p:nvPr userDrawn="1"/>
        </p:nvSpPr>
        <p:spPr>
          <a:xfrm>
            <a:off x="6306488" y="2918302"/>
            <a:ext cx="5600590" cy="393969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all" baseline="0">
                <a:solidFill>
                  <a:schemeClr val="tx1"/>
                </a:solidFill>
                <a:latin typeface="Poppins ExtraBold" pitchFamily="2" charset="77"/>
                <a:ea typeface="+mj-ea"/>
                <a:cs typeface="Poppins ExtraBold" pitchFamily="2" charset="77"/>
              </a:defRPr>
            </a:lvl1pPr>
          </a:lstStyle>
          <a:p>
            <a:endParaRPr lang="nl-BE" dirty="0"/>
          </a:p>
        </p:txBody>
      </p:sp>
      <p:sp>
        <p:nvSpPr>
          <p:cNvPr id="4" name="Tijdelijke aanduiding voor afbeelding 2">
            <a:extLst>
              <a:ext uri="{FF2B5EF4-FFF2-40B4-BE49-F238E27FC236}">
                <a16:creationId xmlns:a16="http://schemas.microsoft.com/office/drawing/2014/main" id="{014150D3-A658-FFC0-F113-EDDB2B4E3F48}"/>
              </a:ext>
            </a:extLst>
          </p:cNvPr>
          <p:cNvSpPr>
            <a:spLocks noGrp="1"/>
          </p:cNvSpPr>
          <p:nvPr>
            <p:ph type="pic" idx="35"/>
          </p:nvPr>
        </p:nvSpPr>
        <p:spPr>
          <a:xfrm>
            <a:off x="6838807" y="1643605"/>
            <a:ext cx="2166297" cy="1545622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26DE705-0BBB-1BD8-6223-CE61FCFCA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B87127D7-BB99-D05B-2F7C-AC7CBC5484DC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2" name="Tijdelijke aanduiding voor tekst 19">
            <a:extLst>
              <a:ext uri="{FF2B5EF4-FFF2-40B4-BE49-F238E27FC236}">
                <a16:creationId xmlns:a16="http://schemas.microsoft.com/office/drawing/2014/main" id="{0D85779E-CD46-8FE9-3AFD-D4B8BA224A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047930" y="1882071"/>
            <a:ext cx="2948884" cy="519373"/>
          </a:xfrm>
          <a:noFill/>
        </p:spPr>
        <p:txBody>
          <a:bodyPr wrap="none" lIns="0" anchor="ctr" anchorCtr="0">
            <a:spAutoFit/>
          </a:bodyPr>
          <a:lstStyle>
            <a:lvl1pPr marL="0" indent="0">
              <a:buNone/>
              <a:defRPr sz="3000" b="1" i="0" cap="none" baseline="0">
                <a:solidFill>
                  <a:schemeClr val="bg2">
                    <a:lumMod val="10000"/>
                  </a:schemeClr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pPr lvl="0"/>
            <a:r>
              <a:rPr lang="nl-NL" dirty="0"/>
              <a:t>studierichting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777C617-0040-CAF3-7F3B-87024D2BA1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213" y="977333"/>
            <a:ext cx="7091891" cy="393049"/>
          </a:xfrm>
        </p:spPr>
        <p:txBody>
          <a:bodyPr anchor="b">
            <a:normAutofit/>
          </a:bodyPr>
          <a:lstStyle>
            <a:lvl1pPr>
              <a:defRPr sz="2000" b="1" i="0">
                <a:solidFill>
                  <a:srgbClr val="D9222A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NL" dirty="0"/>
              <a:t>Subtitel van de slide</a:t>
            </a:r>
            <a:endParaRPr lang="nl-BE" dirty="0"/>
          </a:p>
        </p:txBody>
      </p:sp>
      <p:sp>
        <p:nvSpPr>
          <p:cNvPr id="12" name="Tijdelijke aanduiding voor inhoud 4">
            <a:extLst>
              <a:ext uri="{FF2B5EF4-FFF2-40B4-BE49-F238E27FC236}">
                <a16:creationId xmlns:a16="http://schemas.microsoft.com/office/drawing/2014/main" id="{E8D569FA-E606-060F-AD23-23A51ECDEE1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475041" y="2706962"/>
            <a:ext cx="3913270" cy="3163444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866079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pagina met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C1D84F76-94A2-CE4B-1412-32A87545EC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06729" y="0"/>
            <a:ext cx="5192925" cy="5767090"/>
          </a:xfrm>
          <a:solidFill>
            <a:schemeClr val="bg1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984FF458-C3E2-E30B-A59C-00665C839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280" y="461778"/>
            <a:ext cx="2834520" cy="2967037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C25700D3-5EEC-CA23-0C27-FA6F73A5E2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4280" y="3725432"/>
            <a:ext cx="2834520" cy="270493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2" name="Tijdelijke aanduiding voor afbeelding 8">
            <a:extLst>
              <a:ext uri="{FF2B5EF4-FFF2-40B4-BE49-F238E27FC236}">
                <a16:creationId xmlns:a16="http://schemas.microsoft.com/office/drawing/2014/main" id="{E9B725EB-77DD-24C3-0C7C-DE9059B2C5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6120" y="3725432"/>
            <a:ext cx="2834520" cy="270493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4CA40B80-FB17-6650-4776-772DC320BA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t="1" r="64808" b="35824"/>
          <a:stretch/>
        </p:blipFill>
        <p:spPr>
          <a:xfrm>
            <a:off x="11587655" y="6243906"/>
            <a:ext cx="612000" cy="612000"/>
          </a:xfrm>
          <a:prstGeom prst="rect">
            <a:avLst/>
          </a:prstGeom>
        </p:spPr>
      </p:pic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8C407B9F-B3C3-71FA-81DA-B32F5359005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587655" y="63247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14" name="Tijdelijke aanduiding voor inhoud 4">
            <a:extLst>
              <a:ext uri="{FF2B5EF4-FFF2-40B4-BE49-F238E27FC236}">
                <a16:creationId xmlns:a16="http://schemas.microsoft.com/office/drawing/2014/main" id="{5D5534E4-99D7-04D0-06C9-49B7104C3B08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714888" y="461778"/>
            <a:ext cx="2834519" cy="2967037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349173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pagina met teks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C1D84F76-94A2-CE4B-1412-32A87545EC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06730" y="0"/>
            <a:ext cx="5185270" cy="5767090"/>
          </a:xfrm>
          <a:solidFill>
            <a:schemeClr val="bg1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984FF458-C3E2-E30B-A59C-00665C839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5505" y="461963"/>
            <a:ext cx="2834520" cy="2967037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C25700D3-5EEC-CA23-0C27-FA6F73A5E2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4280" y="3725432"/>
            <a:ext cx="2834520" cy="270493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2" name="Tijdelijke aanduiding voor afbeelding 8">
            <a:extLst>
              <a:ext uri="{FF2B5EF4-FFF2-40B4-BE49-F238E27FC236}">
                <a16:creationId xmlns:a16="http://schemas.microsoft.com/office/drawing/2014/main" id="{E9B725EB-77DD-24C3-0C7C-DE9059B2C5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6120" y="3725432"/>
            <a:ext cx="2834520" cy="270493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95FC5C57-2D62-C3B8-21EA-1B8C0301A2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t="1" r="64808" b="35824"/>
          <a:stretch/>
        </p:blipFill>
        <p:spPr>
          <a:xfrm>
            <a:off x="11587655" y="6243906"/>
            <a:ext cx="612000" cy="612000"/>
          </a:xfrm>
          <a:prstGeom prst="rect">
            <a:avLst/>
          </a:prstGeom>
        </p:spPr>
      </p:pic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7238A738-F978-73E7-26EA-28A3929606E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587655" y="63247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4" name="Tijdelijke aanduiding voor inhoud 4">
            <a:extLst>
              <a:ext uri="{FF2B5EF4-FFF2-40B4-BE49-F238E27FC236}">
                <a16:creationId xmlns:a16="http://schemas.microsoft.com/office/drawing/2014/main" id="{DA3644BE-A72F-A8F7-54CC-7C59EFF364D6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33025" y="461778"/>
            <a:ext cx="2834519" cy="2967037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428728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pagina met tekst -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C1D84F76-94A2-CE4B-1412-32A87545EC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06730" y="0"/>
            <a:ext cx="5185270" cy="5767090"/>
          </a:xfrm>
          <a:solidFill>
            <a:schemeClr val="bg1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C25700D3-5EEC-CA23-0C27-FA6F73A5E2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4280" y="3725432"/>
            <a:ext cx="2834520" cy="270493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jdelijke aanduiding voor afbeelding 8">
            <a:extLst>
              <a:ext uri="{FF2B5EF4-FFF2-40B4-BE49-F238E27FC236}">
                <a16:creationId xmlns:a16="http://schemas.microsoft.com/office/drawing/2014/main" id="{E9B725EB-77DD-24C3-0C7C-DE9059B2C5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6120" y="3725432"/>
            <a:ext cx="2834520" cy="270493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D44D9122-B6F8-30DA-A99D-F7853A03E1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t="1" r="64808" b="35824"/>
          <a:stretch/>
        </p:blipFill>
        <p:spPr>
          <a:xfrm>
            <a:off x="11587655" y="6243906"/>
            <a:ext cx="612000" cy="612000"/>
          </a:xfrm>
          <a:prstGeom prst="rect">
            <a:avLst/>
          </a:prstGeom>
        </p:spPr>
      </p:pic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9B387A9C-73AC-957A-E8E8-8E002A7E323B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587655" y="6324722"/>
            <a:ext cx="396000" cy="396000"/>
          </a:xfrm>
          <a:prstGeom prst="rect">
            <a:avLst/>
          </a:prstGeom>
          <a:noFill/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900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‹nr.›</a:t>
            </a:fld>
            <a:endParaRPr lang="nl-BE" sz="900" baseline="0" dirty="0">
              <a:solidFill>
                <a:schemeClr val="bg1"/>
              </a:solidFill>
              <a:latin typeface="Poppins ExtraBold" pitchFamily="2" charset="77"/>
            </a:endParaRPr>
          </a:p>
        </p:txBody>
      </p:sp>
      <p:sp>
        <p:nvSpPr>
          <p:cNvPr id="4" name="Tijdelijke aanduiding voor inhoud 4">
            <a:extLst>
              <a:ext uri="{FF2B5EF4-FFF2-40B4-BE49-F238E27FC236}">
                <a16:creationId xmlns:a16="http://schemas.microsoft.com/office/drawing/2014/main" id="{0FC0A0D7-7F6E-FF11-3B99-1330D419839C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24280" y="461778"/>
            <a:ext cx="6062083" cy="2967037"/>
          </a:xfrm>
        </p:spPr>
        <p:txBody>
          <a:bodyPr>
            <a:noAutofit/>
          </a:bodyPr>
          <a:lstStyle>
            <a:lvl1pPr marL="12700" indent="0" algn="l" defTabSz="360000" rtl="0">
              <a:buSzPct val="100000"/>
              <a:buFont typeface="Wingdings" pitchFamily="2" charset="2"/>
              <a:buNone/>
              <a:tabLst/>
              <a:defRPr sz="15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1pPr>
            <a:lvl2pPr marL="320675" indent="-1349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2pPr>
            <a:lvl3pPr marL="533400" indent="-173038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3pPr>
            <a:lvl4pPr marL="720725" indent="-187325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4pPr>
            <a:lvl5pPr marL="854075" indent="-133350" algn="l" defTabSz="360000" rtl="0">
              <a:buSzPct val="100000"/>
              <a:buFont typeface="Wingdings" pitchFamily="2" charset="2"/>
              <a:buChar char="§"/>
              <a:tabLst/>
              <a:defRPr sz="1100" kern="600" baseline="0">
                <a:solidFill>
                  <a:schemeClr val="bg2">
                    <a:lumMod val="10000"/>
                  </a:schemeClr>
                </a:solidFill>
                <a:latin typeface="Poppins Light" pitchFamily="2" charset="77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526451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pancarte met fil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umper_vives_V2">
            <a:hlinkClick r:id="" action="ppaction://media"/>
            <a:extLst>
              <a:ext uri="{FF2B5EF4-FFF2-40B4-BE49-F238E27FC236}">
                <a16:creationId xmlns:a16="http://schemas.microsoft.com/office/drawing/2014/main" id="{84824AD6-49FC-732B-C4E0-9C46E41A7B1E}"/>
              </a:ext>
            </a:extLst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>
                  <p14:fade out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9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 fullScrn="1"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54AE40A-7F60-89A1-9E8B-2C600F36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B001F3A-BAAA-9A9E-A2D3-6121C5421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309412" cy="2047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21641BE-54F6-F8C8-4394-D2F7D1C0F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55085" y="6310312"/>
            <a:ext cx="119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nl-BE" dirty="0"/>
              <a:t>17/10/2024</a:t>
            </a:r>
          </a:p>
        </p:txBody>
      </p:sp>
    </p:spTree>
    <p:extLst>
      <p:ext uri="{BB962C8B-B14F-4D97-AF65-F5344CB8AC3E}">
        <p14:creationId xmlns:p14="http://schemas.microsoft.com/office/powerpoint/2010/main" val="29357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30" r:id="rId2"/>
    <p:sldLayoutId id="2147483732" r:id="rId3"/>
    <p:sldLayoutId id="2147483700" r:id="rId4"/>
    <p:sldLayoutId id="2147483728" r:id="rId5"/>
    <p:sldLayoutId id="2147483729" r:id="rId6"/>
    <p:sldLayoutId id="2147483706" r:id="rId7"/>
    <p:sldLayoutId id="2147483727" r:id="rId8"/>
    <p:sldLayoutId id="2147483733" r:id="rId9"/>
    <p:sldLayoutId id="2147483734" r:id="rId10"/>
    <p:sldLayoutId id="2147483736" r:id="rId11"/>
    <p:sldLayoutId id="2147483721" r:id="rId12"/>
    <p:sldLayoutId id="2147483735" r:id="rId13"/>
    <p:sldLayoutId id="2147483725" r:id="rId14"/>
    <p:sldLayoutId id="2147483697" r:id="rId15"/>
    <p:sldLayoutId id="2147483713" r:id="rId16"/>
    <p:sldLayoutId id="2147483701" r:id="rId17"/>
    <p:sldLayoutId id="2147483702" r:id="rId18"/>
    <p:sldLayoutId id="2147483707" r:id="rId19"/>
    <p:sldLayoutId id="2147483710" r:id="rId20"/>
    <p:sldLayoutId id="2147483717" r:id="rId21"/>
    <p:sldLayoutId id="2147483726" r:id="rId22"/>
    <p:sldLayoutId id="2147483703" r:id="rId23"/>
    <p:sldLayoutId id="2147483704" r:id="rId24"/>
    <p:sldLayoutId id="2147483694" r:id="rId25"/>
    <p:sldLayoutId id="2147483714" r:id="rId26"/>
    <p:sldLayoutId id="2147483715" r:id="rId27"/>
    <p:sldLayoutId id="2147483699" r:id="rId28"/>
    <p:sldLayoutId id="2147483705" r:id="rId29"/>
    <p:sldLayoutId id="2147483709" r:id="rId30"/>
    <p:sldLayoutId id="2147483708" r:id="rId31"/>
    <p:sldLayoutId id="2147483659" r:id="rId3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Poppins ExtraBold" pitchFamily="2" charset="77"/>
          <a:ea typeface="+mj-ea"/>
          <a:cs typeface="Poppins ExtraBold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454025" indent="-1873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1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668338" indent="-174625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tabLst/>
        <a:defRPr sz="11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854075" indent="-1857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1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1028700" indent="-174625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tabLst/>
        <a:defRPr sz="11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10.26.30.2:8000/web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joshuameuleman/AI-DeepLearning-Project/blob/main/README.md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F7377-F170-DD5D-7844-88434CCA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305" y="5185448"/>
            <a:ext cx="8480220" cy="400110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Snake</a:t>
            </a:r>
            <a:r>
              <a:rPr lang="nl-NL" dirty="0"/>
              <a:t> met </a:t>
            </a:r>
            <a:r>
              <a:rPr lang="nl-NL" dirty="0" err="1"/>
              <a:t>REINforced</a:t>
            </a:r>
            <a:r>
              <a:rPr lang="nl-NL" dirty="0"/>
              <a:t> Learning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F5F08-D9DE-D124-8048-7497192D2E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Joshua Meuleman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48975-B385-D8C2-CA78-122E9865F3D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BE"/>
              <a:t>17/10/2024</a:t>
            </a:r>
            <a:endParaRPr lang="nl-BE" dirty="0"/>
          </a:p>
        </p:txBody>
      </p:sp>
      <p:pic>
        <p:nvPicPr>
          <p:cNvPr id="12" name="Afbeelding 11" descr="What is reinforcement learning? - Blog">
            <a:extLst>
              <a:ext uri="{FF2B5EF4-FFF2-40B4-BE49-F238E27FC236}">
                <a16:creationId xmlns:a16="http://schemas.microsoft.com/office/drawing/2014/main" id="{F061B967-C6FB-79F8-7438-9B2E9B642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11" y="342900"/>
            <a:ext cx="3469821" cy="1943100"/>
          </a:xfrm>
          <a:prstGeom prst="rect">
            <a:avLst/>
          </a:prstGeom>
        </p:spPr>
      </p:pic>
      <p:pic>
        <p:nvPicPr>
          <p:cNvPr id="13" name="Afbeelding 12" descr="Snake Game - Slither Your Way to Success">
            <a:extLst>
              <a:ext uri="{FF2B5EF4-FFF2-40B4-BE49-F238E27FC236}">
                <a16:creationId xmlns:a16="http://schemas.microsoft.com/office/drawing/2014/main" id="{3033828F-3F66-1327-E97D-9A3DC976D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102" y="342900"/>
            <a:ext cx="3340768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023C358F-05A5-25A3-5E31-D6139C0B39D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144C9F9-0DB3-CC8A-B562-4EDDCB4D6202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3861470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DFBE0-328F-668C-8DD9-8D98820A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5B4EF46-149A-A6CE-C296-71CED8FE4C9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E17818A-472E-0516-9E48-4309355BD9FD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363951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EC369A4F-AF35-DF40-BB8E-FB8E0E2CCD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Doelstelling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27A93C-7BE9-6E50-8B78-F2BA3973F006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Eigen model trainen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Meerdere spellen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“oneindig kunnen spelen”</a:t>
            </a:r>
          </a:p>
          <a:p>
            <a:endParaRPr lang="nl-NL" sz="2000" dirty="0"/>
          </a:p>
          <a:p>
            <a:pPr marL="298450" indent="-28575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4237538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8C1E8-A9FD-E6ED-09CE-31F8D160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4A45CE8-9FCD-1056-B9EC-0B04A0314A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62FA59-E750-DAD3-64BB-2B20A4D5F1FD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215117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D125C169-3012-E369-1A81-F1B5601C0B8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Waarom RL (</a:t>
            </a:r>
            <a:r>
              <a:rPr lang="nl-NL" dirty="0" err="1"/>
              <a:t>Reinforced</a:t>
            </a:r>
            <a:r>
              <a:rPr lang="nl-NL" dirty="0"/>
              <a:t> Learning)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8B04F55-D0D2-6DD9-9055-D67CF1275002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 err="1"/>
              <a:t>Trail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error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Leert door beloning en straffen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Goed bij spellen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BE" sz="2000" dirty="0"/>
              <a:t>Dynamisch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BE" sz="2000" dirty="0"/>
              <a:t>Opeenvolgende beslissingen</a:t>
            </a:r>
          </a:p>
        </p:txBody>
      </p:sp>
    </p:spTree>
    <p:extLst>
      <p:ext uri="{BB962C8B-B14F-4D97-AF65-F5344CB8AC3E}">
        <p14:creationId xmlns:p14="http://schemas.microsoft.com/office/powerpoint/2010/main" val="287403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D118C-797D-7A15-6B74-EE8A598D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454CD84C-653D-C299-A9CA-ACAFD118DE5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F98A20-5B8F-B083-445F-742AF79F6594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749416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FEC3D28-C33F-7B74-38FD-44FF649B7C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Projectoverzicht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9B7E3D3-BC40-BDD9-C3CF-95A89BC1DAA2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2 delen ( DQN en Games)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BE" sz="2000" dirty="0"/>
              <a:t>Games</a:t>
            </a:r>
          </a:p>
          <a:p>
            <a:pPr marL="606425" lvl="1" indent="-285750">
              <a:buFont typeface="Arial" panose="020B0604020202020204" pitchFamily="34" charset="0"/>
              <a:buChar char="•"/>
            </a:pPr>
            <a:r>
              <a:rPr lang="nl-BE" sz="1600" dirty="0"/>
              <a:t>Game_logic.py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BE" sz="2000" dirty="0"/>
              <a:t>DQN</a:t>
            </a:r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BE" sz="1600" dirty="0"/>
              <a:t>Meer op volgende slide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  <a:p>
            <a:pPr lvl="1" indent="0">
              <a:buNone/>
            </a:pP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403363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D195C00B-4484-6DEA-9AD4-A4E0D7E6003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Game_logic.py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2B9983-93FE-BB4A-8385-4E0A2FAAF778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Vertaal de game voor DQN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Slechte game logica = inconsistente training</a:t>
            </a:r>
          </a:p>
          <a:p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114819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85B83-4C58-4384-E386-3526599C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31D67F1-D251-5444-3681-D98437602A8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136280-C108-F94C-387F-42BD86C89805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DQN</a:t>
            </a:r>
            <a:r>
              <a:rPr lang="nl-NL" sz="2000" dirty="0"/>
              <a:t>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3363123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C146A47-699D-4D88-4B27-53E46568688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DQN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53AD97-E47B-7F63-0E30-224B38CF91E3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State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Netwerk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Actie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 err="1"/>
              <a:t>Reward</a:t>
            </a: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Begrippen</a:t>
            </a:r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Q-</a:t>
            </a:r>
            <a:r>
              <a:rPr lang="nl-NL" sz="1600" dirty="0" err="1"/>
              <a:t>values</a:t>
            </a:r>
            <a:endParaRPr lang="nl-NL" sz="1600" dirty="0"/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 err="1"/>
              <a:t>Epsilon_greedy</a:t>
            </a:r>
            <a:endParaRPr lang="nl-NL" sz="1600" dirty="0"/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Replay memory</a:t>
            </a:r>
          </a:p>
        </p:txBody>
      </p:sp>
    </p:spTree>
    <p:extLst>
      <p:ext uri="{BB962C8B-B14F-4D97-AF65-F5344CB8AC3E}">
        <p14:creationId xmlns:p14="http://schemas.microsoft.com/office/powerpoint/2010/main" val="109663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5472-FE96-2197-9405-E331C1B5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0FCF8298-BD2D-B734-3316-E5B69C86B0E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15DD94-F859-A7D8-F4C9-1E835AED1DE5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361945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2ED05F3-EBE7-861B-7425-DDBBE6399EE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Games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B3A8DA-B8BD-2D79-F72E-3BDDC1DD84E6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 err="1"/>
              <a:t>Snake</a:t>
            </a:r>
            <a:endParaRPr lang="nl-NL" sz="2000" dirty="0"/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Eigen </a:t>
            </a:r>
            <a:r>
              <a:rPr lang="nl-NL" sz="1600" dirty="0" err="1"/>
              <a:t>game_logica</a:t>
            </a:r>
            <a:endParaRPr lang="nl-NL" sz="1600" dirty="0"/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Eigen </a:t>
            </a:r>
            <a:r>
              <a:rPr lang="nl-NL" sz="1600" dirty="0" err="1"/>
              <a:t>textures</a:t>
            </a:r>
            <a:endParaRPr lang="nl-NL" sz="1600" dirty="0"/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 err="1"/>
              <a:t>Flappy</a:t>
            </a:r>
            <a:r>
              <a:rPr lang="nl-NL" sz="2000" dirty="0"/>
              <a:t> </a:t>
            </a:r>
            <a:r>
              <a:rPr lang="nl-NL" sz="2000" dirty="0" err="1"/>
              <a:t>bird</a:t>
            </a:r>
            <a:endParaRPr lang="nl-NL" sz="2000" dirty="0"/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Eigen </a:t>
            </a:r>
            <a:r>
              <a:rPr lang="nl-NL" sz="1600" dirty="0" err="1"/>
              <a:t>game_logica</a:t>
            </a:r>
            <a:endParaRPr lang="nl-NL" sz="1600" dirty="0"/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Eigen </a:t>
            </a:r>
            <a:r>
              <a:rPr lang="nl-NL" sz="1600" dirty="0" err="1"/>
              <a:t>textures</a:t>
            </a:r>
            <a:endParaRPr lang="nl-NL" sz="1600" dirty="0"/>
          </a:p>
          <a:p>
            <a:pPr marL="663575" lvl="1" indent="-342900">
              <a:buFont typeface="Arial" panose="020B0604020202020204" pitchFamily="34" charset="0"/>
              <a:buChar char="•"/>
            </a:pPr>
            <a:endParaRPr lang="nl-NL" sz="1600" dirty="0"/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2048</a:t>
            </a:r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NIET TOEGEPAST</a:t>
            </a: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465284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0E56-1D6D-8D70-3450-D551B820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F60D3AA-2335-1E62-8D8D-F1F5FCD342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2369D1-0550-50E0-9376-9C46CCE65A40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Training</a:t>
            </a:r>
            <a:r>
              <a:rPr lang="nl-NL" sz="2000" dirty="0"/>
              <a:t>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2066785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B627485-19AB-8EB7-69DF-51D1EBDD81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Training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0216897-05A0-1D30-AF4D-D77684BBE75B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Episodes (</a:t>
            </a:r>
            <a:r>
              <a:rPr lang="nl-NL" sz="2000" dirty="0" err="1"/>
              <a:t>epochs</a:t>
            </a:r>
            <a:r>
              <a:rPr lang="nl-NL" sz="2000" dirty="0"/>
              <a:t>)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Elke actie krijgt een </a:t>
            </a:r>
            <a:r>
              <a:rPr lang="nl-NL" sz="2000" dirty="0" err="1"/>
              <a:t>reward</a:t>
            </a: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Ervaring wordt opgeslagen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Model wordt geëvalueerd en bijgewerkt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Goeie modellen worden opgeslagen als checkpoint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2165421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EF752A0-BDE6-D844-6789-83DA8BB725C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 err="1"/>
              <a:t>Reward</a:t>
            </a:r>
            <a:r>
              <a:rPr lang="nl-NL" dirty="0"/>
              <a:t> systeem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ABB577D-4F80-D726-FBD1-87185C02C5F0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Eten opeten= +18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Overleven= +10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Botsen tegen muur= -50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Botsen tegen zichzelf= -100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Bord volledig gevuld = +500</a:t>
            </a:r>
          </a:p>
          <a:p>
            <a:endParaRPr lang="nl-NL" sz="2000" dirty="0"/>
          </a:p>
          <a:p>
            <a:r>
              <a:rPr lang="nl-NL" sz="2000" dirty="0"/>
              <a:t>Kleinere signalen</a:t>
            </a:r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Bewegen zonder eten = -0,05</a:t>
            </a:r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Naar / weg van eten gaan = +0.2 / -0.2</a:t>
            </a:r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En nog veel andere</a:t>
            </a:r>
          </a:p>
        </p:txBody>
      </p:sp>
    </p:spTree>
    <p:extLst>
      <p:ext uri="{BB962C8B-B14F-4D97-AF65-F5344CB8AC3E}">
        <p14:creationId xmlns:p14="http://schemas.microsoft.com/office/powerpoint/2010/main" val="586571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98A4-01C1-2069-78A3-2304968A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6F853F7-C997-27C8-3AC1-26C1F0A3096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D6CAC0-BB1E-64C2-6015-D885F209C0A0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68783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9486F75-F2D5-B560-F815-0ED202477D0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Resultaten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52E3C5F-3291-9961-4308-5B053B57DCCA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Achter veel trainen</a:t>
            </a:r>
          </a:p>
          <a:p>
            <a:pPr marL="663575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Nog geen bord gevuld</a:t>
            </a:r>
            <a:endParaRPr lang="nl-BE" sz="1600" dirty="0"/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BE" sz="2000" dirty="0"/>
              <a:t>80% </a:t>
            </a:r>
            <a:r>
              <a:rPr lang="nl-BE" sz="2000" dirty="0" err="1"/>
              <a:t>self_collision</a:t>
            </a:r>
            <a:endParaRPr lang="nl-BE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BE" sz="2000" dirty="0"/>
              <a:t>Max </a:t>
            </a:r>
            <a:r>
              <a:rPr lang="nl-BE" sz="2000" dirty="0" err="1"/>
              <a:t>reward</a:t>
            </a:r>
            <a:r>
              <a:rPr lang="nl-BE" sz="2000" dirty="0"/>
              <a:t>= 66 appels</a:t>
            </a:r>
          </a:p>
        </p:txBody>
      </p:sp>
    </p:spTree>
    <p:extLst>
      <p:ext uri="{BB962C8B-B14F-4D97-AF65-F5344CB8AC3E}">
        <p14:creationId xmlns:p14="http://schemas.microsoft.com/office/powerpoint/2010/main" val="2121214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DC58-5D27-C07D-65F6-8E8CC8043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0E55108-0BF7-BE5E-070D-4D929CC77F6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4690E0-A9BE-57E4-CCFB-2BC226FB6DE8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200765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26A49EF-3624-81D3-2CB9-445E7725375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Demo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28FAFA5-379A-36BC-4DC8-D94C0F14BA42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r>
              <a:rPr lang="nl-NL" sz="2400" dirty="0"/>
              <a:t>Surfen naar: </a:t>
            </a:r>
            <a:r>
              <a:rPr lang="nl-NL" sz="2400" dirty="0">
                <a:hlinkClick r:id="rId2"/>
              </a:rPr>
              <a:t>10.26.30.2:8000/web/</a:t>
            </a:r>
            <a:endParaRPr lang="nl-NL" sz="2400" dirty="0"/>
          </a:p>
          <a:p>
            <a:r>
              <a:rPr lang="nl-BE" sz="2400" dirty="0"/>
              <a:t>Moet wel op </a:t>
            </a:r>
            <a:r>
              <a:rPr lang="nl-BE" sz="2400" dirty="0" err="1"/>
              <a:t>deeplearning</a:t>
            </a:r>
            <a:r>
              <a:rPr lang="nl-BE" sz="2400" dirty="0"/>
              <a:t> netwerk zitten</a:t>
            </a:r>
          </a:p>
          <a:p>
            <a:endParaRPr lang="nl-BE" sz="2400" dirty="0"/>
          </a:p>
          <a:p>
            <a:r>
              <a:rPr lang="nl-BE" sz="2400" dirty="0"/>
              <a:t>Website gemaakt met python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67944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64EB-C64A-D33F-FDE2-1364D69C6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2062E3E-CA5E-EFA0-7F07-349B3050C3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5C4B194-B895-5D0A-CB88-4699B61A907B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20319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50258E4-4D87-A5AE-31BA-C0C4CA451D3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Documentatie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9DBBC2-54F1-35C1-B902-55386906194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429819" y="1080336"/>
            <a:ext cx="9332359" cy="4697326"/>
          </a:xfrm>
        </p:spPr>
        <p:txBody>
          <a:bodyPr/>
          <a:lstStyle/>
          <a:p>
            <a:pPr algn="ctr"/>
            <a:r>
              <a:rPr lang="nl-NL" sz="2400" dirty="0"/>
              <a:t>Alle documentatie kan je vinden op </a:t>
            </a:r>
            <a:r>
              <a:rPr lang="nl-NL" sz="2400" dirty="0" err="1"/>
              <a:t>Github</a:t>
            </a:r>
            <a:endParaRPr lang="nl-NL" sz="2400" dirty="0"/>
          </a:p>
          <a:p>
            <a:pPr algn="ctr"/>
            <a:endParaRPr lang="nl-BE" sz="2400" dirty="0"/>
          </a:p>
        </p:txBody>
      </p:sp>
      <p:pic>
        <p:nvPicPr>
          <p:cNvPr id="5" name="Afbeelding 4">
            <a:hlinkClick r:id="rId2"/>
            <a:extLst>
              <a:ext uri="{FF2B5EF4-FFF2-40B4-BE49-F238E27FC236}">
                <a16:creationId xmlns:a16="http://schemas.microsoft.com/office/drawing/2014/main" id="{355A3FEF-A91F-6BEE-0668-04024DB3D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7" y="2747962"/>
            <a:ext cx="33623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38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29E8-0B31-4285-2A27-45047DAD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D34E881-D240-6EF5-3A4D-BE1569CDF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Inhoudstabel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2BE8D6E-79E7-43BF-9996-8616507E3037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Doelstelling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Waarom RL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Projectoverzicht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DQN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Games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Training 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Resultaten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Demo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/>
              <a:t>Documentatie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FF0000"/>
                </a:solidFill>
              </a:rPr>
              <a:t>Moeilijkheden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580414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4D07411-816B-9B86-2A12-463F7A0FEEC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nl-NL" dirty="0"/>
              <a:t>Moeilijkheden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1EE7425-D998-956A-61C7-3B51F3186D4B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pPr marL="298450" indent="-285750">
              <a:buFont typeface="Arial" panose="020B0604020202020204" pitchFamily="34" charset="0"/>
              <a:buChar char="•"/>
            </a:pPr>
            <a:r>
              <a:rPr lang="nl-NL" sz="2000" dirty="0"/>
              <a:t>Trainen en niet het gewenste resultaat krijgen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BE" sz="2000" dirty="0"/>
              <a:t>Trainen neemt veel tijd in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nl-BE" sz="2000" dirty="0"/>
              <a:t>Veel gevoelige parameters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355600" indent="-3429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1386939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Vives kleure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A2805"/>
      </a:accent1>
      <a:accent2>
        <a:srgbClr val="ED7D31"/>
      </a:accent2>
      <a:accent3>
        <a:srgbClr val="A5A5A5"/>
      </a:accent3>
      <a:accent4>
        <a:srgbClr val="FFC000"/>
      </a:accent4>
      <a:accent5>
        <a:srgbClr val="04244C"/>
      </a:accent5>
      <a:accent6>
        <a:srgbClr val="70AD47"/>
      </a:accent6>
      <a:hlink>
        <a:srgbClr val="DA280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Poppins" pitchFamily="2" charset="77"/>
            <a:cs typeface="Poppins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07C26E37-9BEF-4298-B941-D272F6ADDBDF}" vid="{EDE480BC-E178-4393-80DE-25796A7AFED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C04C4E2DDCE0488F4DD8BB141CF9CE" ma:contentTypeVersion="4" ma:contentTypeDescription="Een nieuw document maken." ma:contentTypeScope="" ma:versionID="b054e1493449f4ae8377102bc18e7229">
  <xsd:schema xmlns:xsd="http://www.w3.org/2001/XMLSchema" xmlns:xs="http://www.w3.org/2001/XMLSchema" xmlns:p="http://schemas.microsoft.com/office/2006/metadata/properties" xmlns:ns2="364fe833-cdb2-433b-95f6-35ce0fa8ca87" targetNamespace="http://schemas.microsoft.com/office/2006/metadata/properties" ma:root="true" ma:fieldsID="970d862b142a04a532556ee1b5ff248e" ns2:_="">
    <xsd:import namespace="364fe833-cdb2-433b-95f6-35ce0fa8ca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4fe833-cdb2-433b-95f6-35ce0fa8c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6278FB-D971-430F-8398-026056EE8A6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982EC9B-9162-4B6B-822E-BC5442E787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4fe833-cdb2-433b-95f6-35ce0fa8ca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7DFE81-D5F8-4ED9-890B-BFFA582610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VIVES presentatiesjabloon</Template>
  <TotalTime>0</TotalTime>
  <Words>649</Words>
  <Application>Microsoft Office PowerPoint</Application>
  <PresentationFormat>Breedbeeld</PresentationFormat>
  <Paragraphs>216</Paragraphs>
  <Slides>24</Slides>
  <Notes>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10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24</vt:i4>
      </vt:variant>
    </vt:vector>
  </HeadingPairs>
  <TitlesOfParts>
    <vt:vector size="35" baseType="lpstr">
      <vt:lpstr>Arial</vt:lpstr>
      <vt:lpstr>Calibri</vt:lpstr>
      <vt:lpstr>Lora</vt:lpstr>
      <vt:lpstr>Lora Medium Roman</vt:lpstr>
      <vt:lpstr>Lora Regular Roman</vt:lpstr>
      <vt:lpstr>Poppins</vt:lpstr>
      <vt:lpstr>Poppins ExtraBold</vt:lpstr>
      <vt:lpstr>Poppins Light</vt:lpstr>
      <vt:lpstr>Poppins Medium</vt:lpstr>
      <vt:lpstr>Wingdings</vt:lpstr>
      <vt:lpstr>Kantoorthema</vt:lpstr>
      <vt:lpstr>Snake met REINforced Learning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Meuleman</dc:creator>
  <cp:lastModifiedBy>Joshua Meuleman</cp:lastModifiedBy>
  <cp:revision>1</cp:revision>
  <dcterms:created xsi:type="dcterms:W3CDTF">2026-06-11T07:11:59Z</dcterms:created>
  <dcterms:modified xsi:type="dcterms:W3CDTF">2026-06-11T08:24:01Z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0x0101000BC04C4E2DDCE0488F4DD8BB141CF9CE</vt:lpwstr>
  </property>
</Properties>
</file>